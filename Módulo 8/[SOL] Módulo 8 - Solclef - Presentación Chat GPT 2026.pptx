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  <p:sldMasterId id="2147483674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86" r:id="rId8"/>
    <p:sldId id="260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280" r:id="rId23"/>
    <p:sldId id="326" r:id="rId24"/>
  </p:sldIdLst>
  <p:sldSz cx="9144000" cy="5143500" type="screen16x9"/>
  <p:notesSz cx="51435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C3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D11C7-4BEF-4DAC-8395-4BCECB18B4AE}" v="40" dt="2026-06-23T03:59:34.054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8562" autoAdjust="0"/>
  </p:normalViewPr>
  <p:slideViewPr>
    <p:cSldViewPr snapToGrid="0" snapToObjects="1">
      <p:cViewPr varScale="1">
        <p:scale>
          <a:sx n="104" d="100"/>
          <a:sy n="104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himy Rincón" userId="71b285f3-22a3-4fb9-b62e-eff2b3461126" providerId="ADAL" clId="{94043772-BAF2-4149-A201-D8F0896DE0FA}"/>
    <pc:docChg chg="undo custSel addSld delSld modSld sldOrd">
      <pc:chgData name="Yehimy Rincón" userId="71b285f3-22a3-4fb9-b62e-eff2b3461126" providerId="ADAL" clId="{94043772-BAF2-4149-A201-D8F0896DE0FA}" dt="2026-06-23T04:00:52.253" v="225" actId="2890"/>
      <pc:docMkLst>
        <pc:docMk/>
      </pc:docMkLst>
      <pc:sldChg chg="modSp mod">
        <pc:chgData name="Yehimy Rincón" userId="71b285f3-22a3-4fb9-b62e-eff2b3461126" providerId="ADAL" clId="{94043772-BAF2-4149-A201-D8F0896DE0FA}" dt="2026-06-23T03:03:22.702" v="0" actId="1076"/>
        <pc:sldMkLst>
          <pc:docMk/>
          <pc:sldMk cId="0" sldId="258"/>
        </pc:sldMkLst>
        <pc:picChg chg="mod">
          <ac:chgData name="Yehimy Rincón" userId="71b285f3-22a3-4fb9-b62e-eff2b3461126" providerId="ADAL" clId="{94043772-BAF2-4149-A201-D8F0896DE0FA}" dt="2026-06-23T03:03:22.702" v="0" actId="1076"/>
          <ac:picMkLst>
            <pc:docMk/>
            <pc:sldMk cId="0" sldId="258"/>
            <ac:picMk id="8" creationId="{B878E8B9-E77E-3C2C-9882-793CBF233BE9}"/>
          </ac:picMkLst>
        </pc:picChg>
      </pc:sldChg>
      <pc:sldChg chg="delSp modSp mod">
        <pc:chgData name="Yehimy Rincón" userId="71b285f3-22a3-4fb9-b62e-eff2b3461126" providerId="ADAL" clId="{94043772-BAF2-4149-A201-D8F0896DE0FA}" dt="2026-06-23T03:26:55.853" v="27" actId="1076"/>
        <pc:sldMkLst>
          <pc:docMk/>
          <pc:sldMk cId="0" sldId="259"/>
        </pc:sldMkLst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2" creationId="{52D1090F-FB1F-7232-349F-12C55E134BB8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4" creationId="{CC1B71C9-011B-4BCE-71D2-2542659B0204}"/>
          </ac:spMkLst>
        </pc:spChg>
        <pc:spChg chg="mod">
          <ac:chgData name="Yehimy Rincón" userId="71b285f3-22a3-4fb9-b62e-eff2b3461126" providerId="ADAL" clId="{94043772-BAF2-4149-A201-D8F0896DE0FA}" dt="2026-06-23T03:23:18.453" v="1" actId="20577"/>
          <ac:spMkLst>
            <pc:docMk/>
            <pc:sldMk cId="0" sldId="259"/>
            <ac:spMk id="5" creationId="{00000000-0000-0000-0000-000000000000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7" creationId="{D2C4E19C-1DBF-6CBB-1A66-5403E150657E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8" creationId="{22B550B3-4138-91CD-E745-59C1C0E71C77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9" creationId="{334AFCF0-24EE-A7EE-7653-0A568EA82A38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10" creationId="{86561D9A-3A25-8202-1FF9-F6D6E36810DF}"/>
          </ac:spMkLst>
        </pc:spChg>
        <pc:spChg chg="mod">
          <ac:chgData name="Yehimy Rincón" userId="71b285f3-22a3-4fb9-b62e-eff2b3461126" providerId="ADAL" clId="{94043772-BAF2-4149-A201-D8F0896DE0FA}" dt="2026-06-23T03:26:55.853" v="27" actId="1076"/>
          <ac:spMkLst>
            <pc:docMk/>
            <pc:sldMk cId="0" sldId="259"/>
            <ac:spMk id="34" creationId="{280C4A84-99CD-9B27-90DA-96A3294CCF48}"/>
          </ac:spMkLst>
        </pc:spChg>
        <pc:spChg chg="mod">
          <ac:chgData name="Yehimy Rincón" userId="71b285f3-22a3-4fb9-b62e-eff2b3461126" providerId="ADAL" clId="{94043772-BAF2-4149-A201-D8F0896DE0FA}" dt="2026-06-23T03:24:32.131" v="14"/>
          <ac:spMkLst>
            <pc:docMk/>
            <pc:sldMk cId="0" sldId="259"/>
            <ac:spMk id="44" creationId="{0DEA14BD-9FB8-2FE7-A670-F6EE6EB3BC28}"/>
          </ac:spMkLst>
        </pc:spChg>
        <pc:spChg chg="del">
          <ac:chgData name="Yehimy Rincón" userId="71b285f3-22a3-4fb9-b62e-eff2b3461126" providerId="ADAL" clId="{94043772-BAF2-4149-A201-D8F0896DE0FA}" dt="2026-06-23T03:25:26.630" v="16" actId="478"/>
          <ac:spMkLst>
            <pc:docMk/>
            <pc:sldMk cId="0" sldId="259"/>
            <ac:spMk id="58" creationId="{ACF10161-F718-5C56-6567-3355B2E9A098}"/>
          </ac:spMkLst>
        </pc:spChg>
        <pc:spChg chg="del">
          <ac:chgData name="Yehimy Rincón" userId="71b285f3-22a3-4fb9-b62e-eff2b3461126" providerId="ADAL" clId="{94043772-BAF2-4149-A201-D8F0896DE0FA}" dt="2026-06-23T03:26:15.194" v="18" actId="478"/>
          <ac:spMkLst>
            <pc:docMk/>
            <pc:sldMk cId="0" sldId="259"/>
            <ac:spMk id="65" creationId="{D121503B-0A89-5F18-3FC8-068D0BFBB75A}"/>
          </ac:spMkLst>
        </pc:spChg>
      </pc:sldChg>
      <pc:sldChg chg="addSp delSp modSp mod">
        <pc:chgData name="Yehimy Rincón" userId="71b285f3-22a3-4fb9-b62e-eff2b3461126" providerId="ADAL" clId="{94043772-BAF2-4149-A201-D8F0896DE0FA}" dt="2026-06-23T03:47:06.025" v="98" actId="1076"/>
        <pc:sldMkLst>
          <pc:docMk/>
          <pc:sldMk cId="0" sldId="260"/>
        </pc:sldMkLst>
        <pc:spChg chg="mod">
          <ac:chgData name="Yehimy Rincón" userId="71b285f3-22a3-4fb9-b62e-eff2b3461126" providerId="ADAL" clId="{94043772-BAF2-4149-A201-D8F0896DE0FA}" dt="2026-06-23T03:29:27.567" v="50" actId="20577"/>
          <ac:spMkLst>
            <pc:docMk/>
            <pc:sldMk cId="0" sldId="260"/>
            <ac:spMk id="10" creationId="{B708C72B-2D84-2A0F-651B-384BE7D8CAE5}"/>
          </ac:spMkLst>
        </pc:spChg>
        <pc:spChg chg="mod">
          <ac:chgData name="Yehimy Rincón" userId="71b285f3-22a3-4fb9-b62e-eff2b3461126" providerId="ADAL" clId="{94043772-BAF2-4149-A201-D8F0896DE0FA}" dt="2026-06-23T03:46:56.146" v="95" actId="1076"/>
          <ac:spMkLst>
            <pc:docMk/>
            <pc:sldMk cId="0" sldId="260"/>
            <ac:spMk id="11" creationId="{248FD30E-95A0-026D-987F-8FAD1C3A9C68}"/>
          </ac:spMkLst>
        </pc:spChg>
        <pc:spChg chg="mod">
          <ac:chgData name="Yehimy Rincón" userId="71b285f3-22a3-4fb9-b62e-eff2b3461126" providerId="ADAL" clId="{94043772-BAF2-4149-A201-D8F0896DE0FA}" dt="2026-06-23T03:32:10.519" v="73" actId="1076"/>
          <ac:spMkLst>
            <pc:docMk/>
            <pc:sldMk cId="0" sldId="260"/>
            <ac:spMk id="12" creationId="{B38B8AE7-36C2-67D0-C3E3-317F3B0084D2}"/>
          </ac:spMkLst>
        </pc:spChg>
        <pc:spChg chg="del">
          <ac:chgData name="Yehimy Rincón" userId="71b285f3-22a3-4fb9-b62e-eff2b3461126" providerId="ADAL" clId="{94043772-BAF2-4149-A201-D8F0896DE0FA}" dt="2026-06-23T03:30:38.831" v="59" actId="478"/>
          <ac:spMkLst>
            <pc:docMk/>
            <pc:sldMk cId="0" sldId="260"/>
            <ac:spMk id="14" creationId="{F045D80F-6395-4331-A1DB-A373F4A86F0F}"/>
          </ac:spMkLst>
        </pc:spChg>
        <pc:spChg chg="del mod">
          <ac:chgData name="Yehimy Rincón" userId="71b285f3-22a3-4fb9-b62e-eff2b3461126" providerId="ADAL" clId="{94043772-BAF2-4149-A201-D8F0896DE0FA}" dt="2026-06-23T03:30:41.647" v="61" actId="478"/>
          <ac:spMkLst>
            <pc:docMk/>
            <pc:sldMk cId="0" sldId="260"/>
            <ac:spMk id="15" creationId="{17F9FBDB-1B2E-A180-C082-C17357761F0C}"/>
          </ac:spMkLst>
        </pc:spChg>
        <pc:spChg chg="del">
          <ac:chgData name="Yehimy Rincón" userId="71b285f3-22a3-4fb9-b62e-eff2b3461126" providerId="ADAL" clId="{94043772-BAF2-4149-A201-D8F0896DE0FA}" dt="2026-06-23T03:30:43.270" v="62" actId="478"/>
          <ac:spMkLst>
            <pc:docMk/>
            <pc:sldMk cId="0" sldId="260"/>
            <ac:spMk id="16" creationId="{F2EC1189-863F-A2EF-2699-F6D98682ECFC}"/>
          </ac:spMkLst>
        </pc:spChg>
        <pc:graphicFrameChg chg="add mod">
          <ac:chgData name="Yehimy Rincón" userId="71b285f3-22a3-4fb9-b62e-eff2b3461126" providerId="ADAL" clId="{94043772-BAF2-4149-A201-D8F0896DE0FA}" dt="2026-06-23T03:30:45.715" v="63"/>
          <ac:graphicFrameMkLst>
            <pc:docMk/>
            <pc:sldMk cId="0" sldId="260"/>
            <ac:graphicFrameMk id="2" creationId="{4C83F7E6-1E86-1905-DF1A-9F9512C3E37E}"/>
          </ac:graphicFrameMkLst>
        </pc:graphicFrameChg>
        <pc:graphicFrameChg chg="add mod modGraphic">
          <ac:chgData name="Yehimy Rincón" userId="71b285f3-22a3-4fb9-b62e-eff2b3461126" providerId="ADAL" clId="{94043772-BAF2-4149-A201-D8F0896DE0FA}" dt="2026-06-23T03:47:06.025" v="98" actId="1076"/>
          <ac:graphicFrameMkLst>
            <pc:docMk/>
            <pc:sldMk cId="0" sldId="260"/>
            <ac:graphicFrameMk id="4" creationId="{4985B692-66AA-27B7-DED9-D441DC3B06B1}"/>
          </ac:graphicFrameMkLst>
        </pc:graphicFrameChg>
        <pc:picChg chg="add del">
          <ac:chgData name="Yehimy Rincón" userId="71b285f3-22a3-4fb9-b62e-eff2b3461126" providerId="ADAL" clId="{94043772-BAF2-4149-A201-D8F0896DE0FA}" dt="2026-06-23T03:31:27.794" v="68" actId="22"/>
          <ac:picMkLst>
            <pc:docMk/>
            <pc:sldMk cId="0" sldId="260"/>
            <ac:picMk id="6" creationId="{322136AA-BC1D-5EA1-F786-02785E478ECA}"/>
          </ac:picMkLst>
        </pc:picChg>
        <pc:picChg chg="del">
          <ac:chgData name="Yehimy Rincón" userId="71b285f3-22a3-4fb9-b62e-eff2b3461126" providerId="ADAL" clId="{94043772-BAF2-4149-A201-D8F0896DE0FA}" dt="2026-06-23T03:30:37.141" v="58" actId="478"/>
          <ac:picMkLst>
            <pc:docMk/>
            <pc:sldMk cId="0" sldId="260"/>
            <ac:picMk id="7" creationId="{00000000-0000-0000-0000-000000000000}"/>
          </ac:picMkLst>
        </pc:picChg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0" sldId="26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0" sldId="262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699843830" sldId="28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422290478" sldId="282"/>
        </pc:sldMkLst>
      </pc:sldChg>
      <pc:sldChg chg="modSp del">
        <pc:chgData name="Yehimy Rincón" userId="71b285f3-22a3-4fb9-b62e-eff2b3461126" providerId="ADAL" clId="{94043772-BAF2-4149-A201-D8F0896DE0FA}" dt="2026-06-23T03:46:43.899" v="92" actId="2696"/>
        <pc:sldMkLst>
          <pc:docMk/>
          <pc:sldMk cId="3480070801" sldId="285"/>
        </pc:sldMkLst>
        <pc:spChg chg="mod">
          <ac:chgData name="Yehimy Rincón" userId="71b285f3-22a3-4fb9-b62e-eff2b3461126" providerId="ADAL" clId="{94043772-BAF2-4149-A201-D8F0896DE0FA}" dt="2026-06-23T03:27:31.131" v="28"/>
          <ac:spMkLst>
            <pc:docMk/>
            <pc:sldMk cId="3480070801" sldId="285"/>
            <ac:spMk id="5" creationId="{8F66EE0D-FF1D-8A0E-3DEE-700F7D860C5A}"/>
          </ac:spMkLst>
        </pc:spChg>
      </pc:sldChg>
      <pc:sldChg chg="modSp mod">
        <pc:chgData name="Yehimy Rincón" userId="71b285f3-22a3-4fb9-b62e-eff2b3461126" providerId="ADAL" clId="{94043772-BAF2-4149-A201-D8F0896DE0FA}" dt="2026-06-23T03:52:03.655" v="138" actId="1076"/>
        <pc:sldMkLst>
          <pc:docMk/>
          <pc:sldMk cId="3111003391" sldId="286"/>
        </pc:sldMkLst>
        <pc:spChg chg="mod">
          <ac:chgData name="Yehimy Rincón" userId="71b285f3-22a3-4fb9-b62e-eff2b3461126" providerId="ADAL" clId="{94043772-BAF2-4149-A201-D8F0896DE0FA}" dt="2026-06-23T03:28:46.742" v="40" actId="1076"/>
          <ac:spMkLst>
            <pc:docMk/>
            <pc:sldMk cId="3111003391" sldId="286"/>
            <ac:spMk id="2" creationId="{90723D6C-E7A0-73EF-09A8-5278716C697D}"/>
          </ac:spMkLst>
        </pc:spChg>
        <pc:spChg chg="mod">
          <ac:chgData name="Yehimy Rincón" userId="71b285f3-22a3-4fb9-b62e-eff2b3461126" providerId="ADAL" clId="{94043772-BAF2-4149-A201-D8F0896DE0FA}" dt="2026-06-23T03:52:03.655" v="138" actId="1076"/>
          <ac:spMkLst>
            <pc:docMk/>
            <pc:sldMk cId="3111003391" sldId="286"/>
            <ac:spMk id="3" creationId="{D133D0F6-641E-C9F3-67EC-7977C8213226}"/>
          </ac:spMkLst>
        </pc:spChg>
        <pc:spChg chg="mod">
          <ac:chgData name="Yehimy Rincón" userId="71b285f3-22a3-4fb9-b62e-eff2b3461126" providerId="ADAL" clId="{94043772-BAF2-4149-A201-D8F0896DE0FA}" dt="2026-06-23T03:28:46.742" v="40" actId="1076"/>
          <ac:spMkLst>
            <pc:docMk/>
            <pc:sldMk cId="3111003391" sldId="286"/>
            <ac:spMk id="5" creationId="{C9FE1DB5-51D0-266D-6DEA-7705F836CB20}"/>
          </ac:spMkLst>
        </pc:spChg>
      </pc:sldChg>
      <pc:sldChg chg="modSp del">
        <pc:chgData name="Yehimy Rincón" userId="71b285f3-22a3-4fb9-b62e-eff2b3461126" providerId="ADAL" clId="{94043772-BAF2-4149-A201-D8F0896DE0FA}" dt="2026-06-23T03:46:43.899" v="92" actId="2696"/>
        <pc:sldMkLst>
          <pc:docMk/>
          <pc:sldMk cId="717604770" sldId="287"/>
        </pc:sldMkLst>
        <pc:spChg chg="mod">
          <ac:chgData name="Yehimy Rincón" userId="71b285f3-22a3-4fb9-b62e-eff2b3461126" providerId="ADAL" clId="{94043772-BAF2-4149-A201-D8F0896DE0FA}" dt="2026-06-23T03:27:31.131" v="28"/>
          <ac:spMkLst>
            <pc:docMk/>
            <pc:sldMk cId="717604770" sldId="287"/>
            <ac:spMk id="5" creationId="{BD6D0A29-939A-B425-7365-11978A40EC82}"/>
          </ac:spMkLst>
        </pc:spChg>
      </pc:sldChg>
      <pc:sldChg chg="modSp del">
        <pc:chgData name="Yehimy Rincón" userId="71b285f3-22a3-4fb9-b62e-eff2b3461126" providerId="ADAL" clId="{94043772-BAF2-4149-A201-D8F0896DE0FA}" dt="2026-06-23T03:46:43.899" v="92" actId="2696"/>
        <pc:sldMkLst>
          <pc:docMk/>
          <pc:sldMk cId="1497040956" sldId="288"/>
        </pc:sldMkLst>
        <pc:spChg chg="mod">
          <ac:chgData name="Yehimy Rincón" userId="71b285f3-22a3-4fb9-b62e-eff2b3461126" providerId="ADAL" clId="{94043772-BAF2-4149-A201-D8F0896DE0FA}" dt="2026-06-23T03:27:31.131" v="28"/>
          <ac:spMkLst>
            <pc:docMk/>
            <pc:sldMk cId="1497040956" sldId="288"/>
            <ac:spMk id="5" creationId="{A8F5D0A4-2D7A-BCE0-CF76-6524F51CA715}"/>
          </ac:spMkLst>
        </pc:spChg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088180112" sldId="290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883435289" sldId="29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452026377" sldId="292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663805346" sldId="293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4007617416" sldId="294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126606555" sldId="295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010584951" sldId="296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927815618" sldId="297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605131158" sldId="298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785612876" sldId="299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018850382" sldId="30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499941276" sldId="302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562943281" sldId="303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116164614" sldId="305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290123778" sldId="306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751287568" sldId="309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4192618822" sldId="310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708377773" sldId="31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624565233" sldId="312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136082577" sldId="313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258165080" sldId="314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880519456" sldId="315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762410054" sldId="327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513770038" sldId="328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107891661" sldId="329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415250080" sldId="330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216314060" sldId="33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904976248" sldId="333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1004553855" sldId="335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946180043" sldId="336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076039922" sldId="337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955922221" sldId="338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42378627" sldId="339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92148909" sldId="340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3416806425" sldId="341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183686861" sldId="342"/>
        </pc:sldMkLst>
      </pc:sldChg>
      <pc:sldChg chg="del">
        <pc:chgData name="Yehimy Rincón" userId="71b285f3-22a3-4fb9-b62e-eff2b3461126" providerId="ADAL" clId="{94043772-BAF2-4149-A201-D8F0896DE0FA}" dt="2026-06-23T03:46:43.899" v="92" actId="2696"/>
        <pc:sldMkLst>
          <pc:docMk/>
          <pc:sldMk cId="280978918" sldId="343"/>
        </pc:sldMkLst>
      </pc:sldChg>
      <pc:sldChg chg="modSp add mod">
        <pc:chgData name="Yehimy Rincón" userId="71b285f3-22a3-4fb9-b62e-eff2b3461126" providerId="ADAL" clId="{94043772-BAF2-4149-A201-D8F0896DE0FA}" dt="2026-06-23T03:38:14.717" v="91" actId="1076"/>
        <pc:sldMkLst>
          <pc:docMk/>
          <pc:sldMk cId="12497252" sldId="344"/>
        </pc:sldMkLst>
        <pc:spChg chg="mod">
          <ac:chgData name="Yehimy Rincón" userId="71b285f3-22a3-4fb9-b62e-eff2b3461126" providerId="ADAL" clId="{94043772-BAF2-4149-A201-D8F0896DE0FA}" dt="2026-06-23T03:37:31.263" v="87" actId="14100"/>
          <ac:spMkLst>
            <pc:docMk/>
            <pc:sldMk cId="12497252" sldId="344"/>
            <ac:spMk id="11" creationId="{05A4584F-8A51-7218-7951-85BBD8AD1467}"/>
          </ac:spMkLst>
        </pc:spChg>
        <pc:graphicFrameChg chg="mod modGraphic">
          <ac:chgData name="Yehimy Rincón" userId="71b285f3-22a3-4fb9-b62e-eff2b3461126" providerId="ADAL" clId="{94043772-BAF2-4149-A201-D8F0896DE0FA}" dt="2026-06-23T03:38:14.717" v="91" actId="1076"/>
          <ac:graphicFrameMkLst>
            <pc:docMk/>
            <pc:sldMk cId="12497252" sldId="344"/>
            <ac:graphicFrameMk id="4" creationId="{4AA7122F-C993-BD21-B32B-2003DBD510C1}"/>
          </ac:graphicFrameMkLst>
        </pc:graphicFrameChg>
      </pc:sldChg>
      <pc:sldChg chg="addSp delSp modSp add mod">
        <pc:chgData name="Yehimy Rincón" userId="71b285f3-22a3-4fb9-b62e-eff2b3461126" providerId="ADAL" clId="{94043772-BAF2-4149-A201-D8F0896DE0FA}" dt="2026-06-23T03:49:43.115" v="114" actId="1076"/>
        <pc:sldMkLst>
          <pc:docMk/>
          <pc:sldMk cId="2010335869" sldId="345"/>
        </pc:sldMkLst>
        <pc:spChg chg="add mod">
          <ac:chgData name="Yehimy Rincón" userId="71b285f3-22a3-4fb9-b62e-eff2b3461126" providerId="ADAL" clId="{94043772-BAF2-4149-A201-D8F0896DE0FA}" dt="2026-06-23T03:49:43.115" v="114" actId="1076"/>
          <ac:spMkLst>
            <pc:docMk/>
            <pc:sldMk cId="2010335869" sldId="345"/>
            <ac:spMk id="2" creationId="{01E54181-12D1-69C4-4AEF-5649EC6A5E1E}"/>
          </ac:spMkLst>
        </pc:spChg>
        <pc:spChg chg="mod">
          <ac:chgData name="Yehimy Rincón" userId="71b285f3-22a3-4fb9-b62e-eff2b3461126" providerId="ADAL" clId="{94043772-BAF2-4149-A201-D8F0896DE0FA}" dt="2026-06-23T03:48:42.127" v="102"/>
          <ac:spMkLst>
            <pc:docMk/>
            <pc:sldMk cId="2010335869" sldId="345"/>
            <ac:spMk id="11" creationId="{7713590B-FE54-7AF4-0E39-850E8CC0E315}"/>
          </ac:spMkLst>
        </pc:spChg>
        <pc:graphicFrameChg chg="del">
          <ac:chgData name="Yehimy Rincón" userId="71b285f3-22a3-4fb9-b62e-eff2b3461126" providerId="ADAL" clId="{94043772-BAF2-4149-A201-D8F0896DE0FA}" dt="2026-06-23T03:48:48.567" v="103" actId="478"/>
          <ac:graphicFrameMkLst>
            <pc:docMk/>
            <pc:sldMk cId="2010335869" sldId="345"/>
            <ac:graphicFrameMk id="4" creationId="{91097C68-B987-4B5F-5706-298CABEBCCE7}"/>
          </ac:graphicFrameMkLst>
        </pc:graphicFrameChg>
      </pc:sldChg>
      <pc:sldChg chg="modSp add mod">
        <pc:chgData name="Yehimy Rincón" userId="71b285f3-22a3-4fb9-b62e-eff2b3461126" providerId="ADAL" clId="{94043772-BAF2-4149-A201-D8F0896DE0FA}" dt="2026-06-23T03:50:48.957" v="126" actId="20577"/>
        <pc:sldMkLst>
          <pc:docMk/>
          <pc:sldMk cId="2570693507" sldId="346"/>
        </pc:sldMkLst>
        <pc:spChg chg="mod">
          <ac:chgData name="Yehimy Rincón" userId="71b285f3-22a3-4fb9-b62e-eff2b3461126" providerId="ADAL" clId="{94043772-BAF2-4149-A201-D8F0896DE0FA}" dt="2026-06-23T03:50:48.957" v="126" actId="20577"/>
          <ac:spMkLst>
            <pc:docMk/>
            <pc:sldMk cId="2570693507" sldId="346"/>
            <ac:spMk id="2" creationId="{2F48B80F-2505-013C-1AA4-F3B434101547}"/>
          </ac:spMkLst>
        </pc:spChg>
        <pc:spChg chg="mod">
          <ac:chgData name="Yehimy Rincón" userId="71b285f3-22a3-4fb9-b62e-eff2b3461126" providerId="ADAL" clId="{94043772-BAF2-4149-A201-D8F0896DE0FA}" dt="2026-06-23T03:50:08.011" v="120" actId="14100"/>
          <ac:spMkLst>
            <pc:docMk/>
            <pc:sldMk cId="2570693507" sldId="346"/>
            <ac:spMk id="11" creationId="{7FB13A7A-6E3B-FD52-1268-41F18FF0B79E}"/>
          </ac:spMkLst>
        </pc:spChg>
      </pc:sldChg>
      <pc:sldChg chg="modSp add mod ord">
        <pc:chgData name="Yehimy Rincón" userId="71b285f3-22a3-4fb9-b62e-eff2b3461126" providerId="ADAL" clId="{94043772-BAF2-4149-A201-D8F0896DE0FA}" dt="2026-06-23T03:51:56.071" v="136" actId="1076"/>
        <pc:sldMkLst>
          <pc:docMk/>
          <pc:sldMk cId="1982225427" sldId="347"/>
        </pc:sldMkLst>
        <pc:spChg chg="mod">
          <ac:chgData name="Yehimy Rincón" userId="71b285f3-22a3-4fb9-b62e-eff2b3461126" providerId="ADAL" clId="{94043772-BAF2-4149-A201-D8F0896DE0FA}" dt="2026-06-23T03:51:53.829" v="135" actId="1076"/>
          <ac:spMkLst>
            <pc:docMk/>
            <pc:sldMk cId="1982225427" sldId="347"/>
            <ac:spMk id="2" creationId="{3C0C3FE1-F0DB-3408-7185-85081C4B41DC}"/>
          </ac:spMkLst>
        </pc:spChg>
        <pc:spChg chg="mod">
          <ac:chgData name="Yehimy Rincón" userId="71b285f3-22a3-4fb9-b62e-eff2b3461126" providerId="ADAL" clId="{94043772-BAF2-4149-A201-D8F0896DE0FA}" dt="2026-06-23T03:51:48.197" v="134" actId="255"/>
          <ac:spMkLst>
            <pc:docMk/>
            <pc:sldMk cId="1982225427" sldId="347"/>
            <ac:spMk id="3" creationId="{6FAE019D-F3CC-F663-DFAA-51BE93BDAE29}"/>
          </ac:spMkLst>
        </pc:spChg>
        <pc:spChg chg="mod">
          <ac:chgData name="Yehimy Rincón" userId="71b285f3-22a3-4fb9-b62e-eff2b3461126" providerId="ADAL" clId="{94043772-BAF2-4149-A201-D8F0896DE0FA}" dt="2026-06-23T03:51:56.071" v="136" actId="1076"/>
          <ac:spMkLst>
            <pc:docMk/>
            <pc:sldMk cId="1982225427" sldId="347"/>
            <ac:spMk id="5" creationId="{03671C16-0016-1CB3-F9C2-1C0D2F2FCF9D}"/>
          </ac:spMkLst>
        </pc:spChg>
      </pc:sldChg>
      <pc:sldChg chg="addSp modSp add mod ord">
        <pc:chgData name="Yehimy Rincón" userId="71b285f3-22a3-4fb9-b62e-eff2b3461126" providerId="ADAL" clId="{94043772-BAF2-4149-A201-D8F0896DE0FA}" dt="2026-06-23T03:53:29.357" v="152" actId="113"/>
        <pc:sldMkLst>
          <pc:docMk/>
          <pc:sldMk cId="2692364458" sldId="348"/>
        </pc:sldMkLst>
        <pc:spChg chg="add mod">
          <ac:chgData name="Yehimy Rincón" userId="71b285f3-22a3-4fb9-b62e-eff2b3461126" providerId="ADAL" clId="{94043772-BAF2-4149-A201-D8F0896DE0FA}" dt="2026-06-23T03:53:29.357" v="152" actId="113"/>
          <ac:spMkLst>
            <pc:docMk/>
            <pc:sldMk cId="2692364458" sldId="348"/>
            <ac:spMk id="2" creationId="{6EBE5285-9EE0-43E0-9FDE-12943A89FD5C}"/>
          </ac:spMkLst>
        </pc:spChg>
        <pc:spChg chg="mod">
          <ac:chgData name="Yehimy Rincón" userId="71b285f3-22a3-4fb9-b62e-eff2b3461126" providerId="ADAL" clId="{94043772-BAF2-4149-A201-D8F0896DE0FA}" dt="2026-06-23T03:52:35.224" v="143" actId="20577"/>
          <ac:spMkLst>
            <pc:docMk/>
            <pc:sldMk cId="2692364458" sldId="348"/>
            <ac:spMk id="11" creationId="{2A37838D-7BE7-58D8-72A1-16DEB608BAB7}"/>
          </ac:spMkLst>
        </pc:spChg>
        <pc:graphicFrameChg chg="mod modGraphic">
          <ac:chgData name="Yehimy Rincón" userId="71b285f3-22a3-4fb9-b62e-eff2b3461126" providerId="ADAL" clId="{94043772-BAF2-4149-A201-D8F0896DE0FA}" dt="2026-06-23T03:53:02.004" v="146" actId="2165"/>
          <ac:graphicFrameMkLst>
            <pc:docMk/>
            <pc:sldMk cId="2692364458" sldId="348"/>
            <ac:graphicFrameMk id="4" creationId="{2ED16CAC-4115-F45A-9FEC-40921784711C}"/>
          </ac:graphicFrameMkLst>
        </pc:graphicFrameChg>
      </pc:sldChg>
      <pc:sldChg chg="addSp delSp modSp add mod">
        <pc:chgData name="Yehimy Rincón" userId="71b285f3-22a3-4fb9-b62e-eff2b3461126" providerId="ADAL" clId="{94043772-BAF2-4149-A201-D8F0896DE0FA}" dt="2026-06-23T03:55:06.933" v="164" actId="1076"/>
        <pc:sldMkLst>
          <pc:docMk/>
          <pc:sldMk cId="2098071365" sldId="349"/>
        </pc:sldMkLst>
        <pc:spChg chg="del">
          <ac:chgData name="Yehimy Rincón" userId="71b285f3-22a3-4fb9-b62e-eff2b3461126" providerId="ADAL" clId="{94043772-BAF2-4149-A201-D8F0896DE0FA}" dt="2026-06-23T03:55:00.618" v="163" actId="478"/>
          <ac:spMkLst>
            <pc:docMk/>
            <pc:sldMk cId="2098071365" sldId="349"/>
            <ac:spMk id="2" creationId="{AE877902-3693-A47C-2EE8-958FC4F75529}"/>
          </ac:spMkLst>
        </pc:spChg>
        <pc:spChg chg="mod">
          <ac:chgData name="Yehimy Rincón" userId="71b285f3-22a3-4fb9-b62e-eff2b3461126" providerId="ADAL" clId="{94043772-BAF2-4149-A201-D8F0896DE0FA}" dt="2026-06-23T03:53:45.174" v="154"/>
          <ac:spMkLst>
            <pc:docMk/>
            <pc:sldMk cId="2098071365" sldId="349"/>
            <ac:spMk id="11" creationId="{2145AFC7-FA3F-58B1-E8B7-34A65A59EDC1}"/>
          </ac:spMkLst>
        </pc:spChg>
        <pc:graphicFrameChg chg="del">
          <ac:chgData name="Yehimy Rincón" userId="71b285f3-22a3-4fb9-b62e-eff2b3461126" providerId="ADAL" clId="{94043772-BAF2-4149-A201-D8F0896DE0FA}" dt="2026-06-23T03:53:59.807" v="155" actId="478"/>
          <ac:graphicFrameMkLst>
            <pc:docMk/>
            <pc:sldMk cId="2098071365" sldId="349"/>
            <ac:graphicFrameMk id="4" creationId="{DACC6844-139F-4F58-6979-6B84EFADD787}"/>
          </ac:graphicFrameMkLst>
        </pc:graphicFrameChg>
        <pc:graphicFrameChg chg="add mod modGraphic">
          <ac:chgData name="Yehimy Rincón" userId="71b285f3-22a3-4fb9-b62e-eff2b3461126" providerId="ADAL" clId="{94043772-BAF2-4149-A201-D8F0896DE0FA}" dt="2026-06-23T03:55:06.933" v="164" actId="1076"/>
          <ac:graphicFrameMkLst>
            <pc:docMk/>
            <pc:sldMk cId="2098071365" sldId="349"/>
            <ac:graphicFrameMk id="5" creationId="{7D93F2B5-7F12-C8CB-D596-E0C5E191263F}"/>
          </ac:graphicFrameMkLst>
        </pc:graphicFrameChg>
      </pc:sldChg>
      <pc:sldChg chg="addSp delSp modSp add mod">
        <pc:chgData name="Yehimy Rincón" userId="71b285f3-22a3-4fb9-b62e-eff2b3461126" providerId="ADAL" clId="{94043772-BAF2-4149-A201-D8F0896DE0FA}" dt="2026-06-23T03:56:04.642" v="179" actId="14100"/>
        <pc:sldMkLst>
          <pc:docMk/>
          <pc:sldMk cId="3351802524" sldId="350"/>
        </pc:sldMkLst>
        <pc:spChg chg="add mod">
          <ac:chgData name="Yehimy Rincón" userId="71b285f3-22a3-4fb9-b62e-eff2b3461126" providerId="ADAL" clId="{94043772-BAF2-4149-A201-D8F0896DE0FA}" dt="2026-06-23T03:56:04.642" v="179" actId="14100"/>
          <ac:spMkLst>
            <pc:docMk/>
            <pc:sldMk cId="3351802524" sldId="350"/>
            <ac:spMk id="2" creationId="{DBBAA04E-6981-F61E-5B18-521082D6A991}"/>
          </ac:spMkLst>
        </pc:spChg>
        <pc:spChg chg="mod">
          <ac:chgData name="Yehimy Rincón" userId="71b285f3-22a3-4fb9-b62e-eff2b3461126" providerId="ADAL" clId="{94043772-BAF2-4149-A201-D8F0896DE0FA}" dt="2026-06-23T03:55:25.586" v="170" actId="20577"/>
          <ac:spMkLst>
            <pc:docMk/>
            <pc:sldMk cId="3351802524" sldId="350"/>
            <ac:spMk id="11" creationId="{54A89BFB-FEB8-71FB-7E4F-5198F78EA100}"/>
          </ac:spMkLst>
        </pc:spChg>
        <pc:graphicFrameChg chg="del">
          <ac:chgData name="Yehimy Rincón" userId="71b285f3-22a3-4fb9-b62e-eff2b3461126" providerId="ADAL" clId="{94043772-BAF2-4149-A201-D8F0896DE0FA}" dt="2026-06-23T03:55:30.625" v="171" actId="478"/>
          <ac:graphicFrameMkLst>
            <pc:docMk/>
            <pc:sldMk cId="3351802524" sldId="350"/>
            <ac:graphicFrameMk id="5" creationId="{9010AFA0-6037-D1D1-977F-3ACA76ADC67F}"/>
          </ac:graphicFrameMkLst>
        </pc:graphicFrameChg>
      </pc:sldChg>
      <pc:sldChg chg="add">
        <pc:chgData name="Yehimy Rincón" userId="71b285f3-22a3-4fb9-b62e-eff2b3461126" providerId="ADAL" clId="{94043772-BAF2-4149-A201-D8F0896DE0FA}" dt="2026-06-23T03:56:23.111" v="180" actId="2890"/>
        <pc:sldMkLst>
          <pc:docMk/>
          <pc:sldMk cId="3743244804" sldId="351"/>
        </pc:sldMkLst>
      </pc:sldChg>
      <pc:sldChg chg="modSp add mod">
        <pc:chgData name="Yehimy Rincón" userId="71b285f3-22a3-4fb9-b62e-eff2b3461126" providerId="ADAL" clId="{94043772-BAF2-4149-A201-D8F0896DE0FA}" dt="2026-06-23T03:58:30.925" v="195" actId="113"/>
        <pc:sldMkLst>
          <pc:docMk/>
          <pc:sldMk cId="2419246667" sldId="352"/>
        </pc:sldMkLst>
        <pc:spChg chg="mod">
          <ac:chgData name="Yehimy Rincón" userId="71b285f3-22a3-4fb9-b62e-eff2b3461126" providerId="ADAL" clId="{94043772-BAF2-4149-A201-D8F0896DE0FA}" dt="2026-06-23T03:58:30.925" v="195" actId="113"/>
          <ac:spMkLst>
            <pc:docMk/>
            <pc:sldMk cId="2419246667" sldId="352"/>
            <ac:spMk id="2" creationId="{35FB0BCD-AF52-4421-446E-376C23805995}"/>
          </ac:spMkLst>
        </pc:spChg>
        <pc:spChg chg="mod">
          <ac:chgData name="Yehimy Rincón" userId="71b285f3-22a3-4fb9-b62e-eff2b3461126" providerId="ADAL" clId="{94043772-BAF2-4149-A201-D8F0896DE0FA}" dt="2026-06-23T03:57:31.264" v="183" actId="14100"/>
          <ac:spMkLst>
            <pc:docMk/>
            <pc:sldMk cId="2419246667" sldId="352"/>
            <ac:spMk id="11" creationId="{1CBDF7E1-94C3-4301-E5BE-2FE2DA2304D2}"/>
          </ac:spMkLst>
        </pc:spChg>
      </pc:sldChg>
      <pc:sldChg chg="modSp add mod">
        <pc:chgData name="Yehimy Rincón" userId="71b285f3-22a3-4fb9-b62e-eff2b3461126" providerId="ADAL" clId="{94043772-BAF2-4149-A201-D8F0896DE0FA}" dt="2026-06-23T03:59:19.634" v="206" actId="113"/>
        <pc:sldMkLst>
          <pc:docMk/>
          <pc:sldMk cId="809069852" sldId="353"/>
        </pc:sldMkLst>
        <pc:spChg chg="mod">
          <ac:chgData name="Yehimy Rincón" userId="71b285f3-22a3-4fb9-b62e-eff2b3461126" providerId="ADAL" clId="{94043772-BAF2-4149-A201-D8F0896DE0FA}" dt="2026-06-23T03:59:19.634" v="206" actId="113"/>
          <ac:spMkLst>
            <pc:docMk/>
            <pc:sldMk cId="809069852" sldId="353"/>
            <ac:spMk id="2" creationId="{E52B6759-7898-6D2B-B89C-72757425F21B}"/>
          </ac:spMkLst>
        </pc:spChg>
        <pc:spChg chg="mod">
          <ac:chgData name="Yehimy Rincón" userId="71b285f3-22a3-4fb9-b62e-eff2b3461126" providerId="ADAL" clId="{94043772-BAF2-4149-A201-D8F0896DE0FA}" dt="2026-06-23T03:58:50.574" v="201" actId="1076"/>
          <ac:spMkLst>
            <pc:docMk/>
            <pc:sldMk cId="809069852" sldId="353"/>
            <ac:spMk id="11" creationId="{4559B6E8-4F45-080C-DBB4-7D0360C7DC04}"/>
          </ac:spMkLst>
        </pc:spChg>
      </pc:sldChg>
      <pc:sldChg chg="modSp add mod">
        <pc:chgData name="Yehimy Rincón" userId="71b285f3-22a3-4fb9-b62e-eff2b3461126" providerId="ADAL" clId="{94043772-BAF2-4149-A201-D8F0896DE0FA}" dt="2026-06-23T03:59:52.486" v="212" actId="1076"/>
        <pc:sldMkLst>
          <pc:docMk/>
          <pc:sldMk cId="2774232188" sldId="354"/>
        </pc:sldMkLst>
        <pc:spChg chg="mod">
          <ac:chgData name="Yehimy Rincón" userId="71b285f3-22a3-4fb9-b62e-eff2b3461126" providerId="ADAL" clId="{94043772-BAF2-4149-A201-D8F0896DE0FA}" dt="2026-06-23T03:59:52.486" v="212" actId="1076"/>
          <ac:spMkLst>
            <pc:docMk/>
            <pc:sldMk cId="2774232188" sldId="354"/>
            <ac:spMk id="2" creationId="{4C71CF87-C4B4-40C8-2F4A-CB21787E461E}"/>
          </ac:spMkLst>
        </pc:spChg>
        <pc:spChg chg="mod">
          <ac:chgData name="Yehimy Rincón" userId="71b285f3-22a3-4fb9-b62e-eff2b3461126" providerId="ADAL" clId="{94043772-BAF2-4149-A201-D8F0896DE0FA}" dt="2026-06-23T03:59:39.410" v="210" actId="1076"/>
          <ac:spMkLst>
            <pc:docMk/>
            <pc:sldMk cId="2774232188" sldId="354"/>
            <ac:spMk id="11" creationId="{974E7B0D-1336-2E0B-4CBD-BDFF93A807ED}"/>
          </ac:spMkLst>
        </pc:spChg>
      </pc:sldChg>
      <pc:sldChg chg="modSp add mod">
        <pc:chgData name="Yehimy Rincón" userId="71b285f3-22a3-4fb9-b62e-eff2b3461126" providerId="ADAL" clId="{94043772-BAF2-4149-A201-D8F0896DE0FA}" dt="2026-06-23T04:00:48.952" v="224" actId="1076"/>
        <pc:sldMkLst>
          <pc:docMk/>
          <pc:sldMk cId="4088473210" sldId="355"/>
        </pc:sldMkLst>
        <pc:spChg chg="mod">
          <ac:chgData name="Yehimy Rincón" userId="71b285f3-22a3-4fb9-b62e-eff2b3461126" providerId="ADAL" clId="{94043772-BAF2-4149-A201-D8F0896DE0FA}" dt="2026-06-23T04:00:45.486" v="223" actId="1076"/>
          <ac:spMkLst>
            <pc:docMk/>
            <pc:sldMk cId="4088473210" sldId="355"/>
            <ac:spMk id="2" creationId="{C09BD895-9D28-E41B-4445-B80D419AC35A}"/>
          </ac:spMkLst>
        </pc:spChg>
        <pc:spChg chg="mod">
          <ac:chgData name="Yehimy Rincón" userId="71b285f3-22a3-4fb9-b62e-eff2b3461126" providerId="ADAL" clId="{94043772-BAF2-4149-A201-D8F0896DE0FA}" dt="2026-06-23T04:00:48.952" v="224" actId="1076"/>
          <ac:spMkLst>
            <pc:docMk/>
            <pc:sldMk cId="4088473210" sldId="355"/>
            <ac:spMk id="11" creationId="{AB37FBAB-8614-19EE-F521-C4E6FB4DD268}"/>
          </ac:spMkLst>
        </pc:spChg>
      </pc:sldChg>
      <pc:sldChg chg="add">
        <pc:chgData name="Yehimy Rincón" userId="71b285f3-22a3-4fb9-b62e-eff2b3461126" providerId="ADAL" clId="{94043772-BAF2-4149-A201-D8F0896DE0FA}" dt="2026-06-23T04:00:52.253" v="225" actId="2890"/>
        <pc:sldMkLst>
          <pc:docMk/>
          <pc:sldMk cId="813761704" sldId="3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80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123A-152B-CF81-9FD5-F2AE8078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A959C-B7ED-D13B-1BDB-B2772DEAB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1B741-D4E2-53E7-52FB-DB657E1C8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0BD69-23CD-6ACB-9ECB-2EF4A8059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29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D117-62A0-BDF2-DEB7-A6257551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E6297-F2A8-6A50-4B81-5AA39409F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DDFBC-9A7A-582D-AA3F-5BACC6005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A9DAE-D88D-8335-66FF-2433E80E8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37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8B45-71CC-00F5-FD1B-F394ACD6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ADE1F-2D48-0FF2-C0D2-D29A7A0D9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67BBA-4041-E6EF-EB50-BBB64640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ECE00-0DF4-1919-7F59-53CEEAB2A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5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6696-C9D0-3236-43CF-609A5EA2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5A10C-4B53-854E-390C-E0C18980E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F6110-39A9-F7CC-36BE-C3628C6B9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BAD46-51CB-C080-E373-54ADCD397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63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2BD4-8A7B-CD2B-D328-407EEA98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1220C-CA0A-9653-1C96-C9C64F857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A7302-5FB4-F402-0CBA-009B55D71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41F9-6CAE-177D-E050-454890100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36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9AFD-42A8-823B-2B9A-A2A3DC98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DE640-25BD-85E1-8981-FA85B2E57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53BC2-093D-EBB4-7FC0-28C0272C9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CAF5A-4873-155B-1DAE-64CA99E5D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73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8D03-3158-D3CF-13AE-FB511519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6EAD4-3246-9094-C5A0-7C35C2456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38F45-9DCD-3A05-F6CA-5ECCC65EB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24E7F-B5B4-72BA-3CA5-11AC15019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23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94AF-6D16-341E-6D74-C31945EA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E516C-9E79-AA37-B6F9-EFDE1EECA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4BC3D-17DB-2731-3237-55EB17FCA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16B8-DC0A-7073-4EAE-5A696EE79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15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7AA1-36B1-63BA-53E5-4156A64E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DA7FD-E9CF-0B43-1E86-6379CAAE8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18842-D45A-4511-DEC6-E118F717F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670B0-77E9-03B1-3B75-6272D3D8F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5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752E-A0F6-ED7B-8045-733A85D04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20CF1-BB62-BDED-36AE-FED0A7683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966A8-CB88-2021-B678-2D5B35824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B2D6C-C98F-F9F8-943F-D98CC098C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1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B6FE-31D2-FD2B-E44D-B73489AC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70B52-089F-1AD6-9FF1-824588205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B42FE-1771-D216-CE6F-A3F73AE8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C1A9E-1589-9C40-758D-0842269B3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53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A20B-807F-510A-D49B-7CB55E73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77308-AE12-11DB-3807-BEFA36769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8F522-428C-478E-DA18-7645033AA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9F5C8-FF14-3661-6448-7AA8E0B55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27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1996-771C-AF88-9FF7-02BD08B3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54F0D-D932-F570-18EF-B89B62AB6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5EB21-140F-B030-AF34-0FC5553C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8477C-67CC-F87F-BCF2-6632DB260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9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3D36E-8C93-AA8E-6D73-8A9D064CF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648BD-2A13-A0FC-5F82-62E925C9C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987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466D7-5BF6-3C45-2D3E-95DD5EA1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806DF-5C74-B2EE-8B74-9A7C11186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506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DA8D-1C4C-6C0C-6680-974991EA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B8E5A9-FD6A-E709-D6CD-83526756F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448720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0C4A7-164F-4522-407E-9C58BD6F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6C0A6-13D6-C0E2-33DD-F740EBE29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31082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5685D2-8839-DB84-E94F-86ABD960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531082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9031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8985-A884-33B6-A5C4-6229362E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437962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A79CAA-E2FB-8214-E69B-6B53640C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421802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3D52DA-C243-423E-7757-7907C3F7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421802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3BDDEA-FB73-D4D0-4B42-452445775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438653" cy="61793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D4B2E4-6B42-396B-49B7-1C52C8BBD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438653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3952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A7A38-5D56-DC27-913D-C173D492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646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621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449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05C6-61F2-3983-167A-12F8C51E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EB4C0-DB25-B568-926E-B3F21BF09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85BE7F-8669-5878-6F60-DB1C00259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876572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D74E3-94FC-0905-2E2D-5594D6E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8F562C-DB4C-DB51-CECD-54FE70D1E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F7A880-331C-75F9-4210-7C585B0DE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10694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572645"/>
      </p:ext>
    </p:extLst>
  </p:cSld>
  <p:clrMapOvr>
    <a:masterClrMapping/>
  </p:clrMapOvr>
  <p:transition spd="med"/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650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632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890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01553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21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363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469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34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0417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1830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344409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EA966-D9F9-8E33-D791-1565090D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C38D-D48C-4428-22E5-5CBCCF8A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7681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EE62C-E724-F102-36BD-1D22B72B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CC990-E940-7B50-C18A-C52FDF8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199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EF09B-8AED-33A1-CF18-F51A10EA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194233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B6E96-5E6E-17C2-CA3E-0DAF77CC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194233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644860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75C9D-B290-FAEE-0455-649C3BB9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12EA2-7CC2-8869-4553-F048A01D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B116AA-B711-3A94-8E0A-738A91F3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262" y="1369219"/>
            <a:ext cx="357759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4256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9900-0F2D-6D27-44FB-27C4703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51" y="273844"/>
            <a:ext cx="7085409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25B1D-7E0C-EAEB-580A-7657A415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15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9E9E52-096D-1298-EB1F-D2AF777A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15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478916-FE8E-5BC8-159B-F55A127B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3171" y="1260872"/>
            <a:ext cx="349639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CC8AC-CE42-C20C-3488-8E6E1B3D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13171" y="1878806"/>
            <a:ext cx="349639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5776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7ED0-F081-52C9-EF3C-68A5CB71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833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710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40A6-D7D4-FA7E-53AB-F710794D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89DB-968E-FC50-C697-F2863411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354D40-68E4-F021-3DF1-2590D4A61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11373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E129D-678C-93DF-D0A4-60B4B88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BDFAA7-4470-ADD8-0EA6-2775CA48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347F92-E338-4CC2-2523-0360C0B2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53430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onalTi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7F8C0BA-ABFB-D24B-8E8C-AF01805B429E}"/>
              </a:ext>
            </a:extLst>
          </p:cNvPr>
          <p:cNvSpPr/>
          <p:nvPr/>
        </p:nvSpPr>
        <p:spPr>
          <a:xfrm>
            <a:off x="113482" y="-793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176A91D-80DE-5C4F-89B9-1052F704A764}"/>
              </a:ext>
            </a:extLst>
          </p:cNvPr>
          <p:cNvSpPr/>
          <p:nvPr/>
        </p:nvSpPr>
        <p:spPr>
          <a:xfrm>
            <a:off x="2066015" y="2754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CC5C448E-FFD9-8148-BFA8-17FB298427A7}"/>
              </a:ext>
            </a:extLst>
          </p:cNvPr>
          <p:cNvSpPr/>
          <p:nvPr/>
        </p:nvSpPr>
        <p:spPr>
          <a:xfrm>
            <a:off x="4018546" y="1344783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87BC6EE9-3A09-4A4B-9CBD-6E70BF05776F}"/>
              </a:ext>
            </a:extLst>
          </p:cNvPr>
          <p:cNvSpPr/>
          <p:nvPr/>
        </p:nvSpPr>
        <p:spPr>
          <a:xfrm>
            <a:off x="5977801" y="24030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1CF31CCF-43E0-EC4F-8EC6-61145526B20F}"/>
              </a:ext>
            </a:extLst>
          </p:cNvPr>
          <p:cNvSpPr/>
          <p:nvPr/>
        </p:nvSpPr>
        <p:spPr>
          <a:xfrm>
            <a:off x="7929901" y="3466800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301C0A40-E5E2-5B44-B6B0-C8246524DD0F}"/>
              </a:ext>
            </a:extLst>
          </p:cNvPr>
          <p:cNvSpPr/>
          <p:nvPr/>
        </p:nvSpPr>
        <p:spPr>
          <a:xfrm>
            <a:off x="2289372" y="-11199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66D5862-4E08-FC46-B07E-06AE6BA45044}"/>
              </a:ext>
            </a:extLst>
          </p:cNvPr>
          <p:cNvSpPr/>
          <p:nvPr/>
        </p:nvSpPr>
        <p:spPr>
          <a:xfrm>
            <a:off x="4241906" y="-5073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673D5BAE-8682-384A-B96F-8181A5103FEC}"/>
              </a:ext>
            </a:extLst>
          </p:cNvPr>
          <p:cNvSpPr/>
          <p:nvPr/>
        </p:nvSpPr>
        <p:spPr>
          <a:xfrm>
            <a:off x="6194437" y="1018647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865A1089-9F09-CA45-A7F4-EDCD013EA5FC}"/>
              </a:ext>
            </a:extLst>
          </p:cNvPr>
          <p:cNvSpPr/>
          <p:nvPr/>
        </p:nvSpPr>
        <p:spPr>
          <a:xfrm>
            <a:off x="8153692" y="20768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8D5416F1-E606-CF49-B589-FEEFA9075992}"/>
              </a:ext>
            </a:extLst>
          </p:cNvPr>
          <p:cNvSpPr/>
          <p:nvPr/>
        </p:nvSpPr>
        <p:spPr>
          <a:xfrm>
            <a:off x="10105792" y="3140664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91D8D386-27AF-B044-88D1-CBAEF2353601}"/>
              </a:ext>
            </a:extLst>
          </p:cNvPr>
          <p:cNvSpPr/>
          <p:nvPr/>
        </p:nvSpPr>
        <p:spPr>
          <a:xfrm>
            <a:off x="4286716" y="-15368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50CF83A4-E418-594D-866A-55092C5B60AD}"/>
              </a:ext>
            </a:extLst>
          </p:cNvPr>
          <p:cNvSpPr/>
          <p:nvPr/>
        </p:nvSpPr>
        <p:spPr>
          <a:xfrm>
            <a:off x="6239249" y="-467645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5FD6100-0E1E-D74C-ACA3-25F795762653}"/>
              </a:ext>
            </a:extLst>
          </p:cNvPr>
          <p:cNvSpPr/>
          <p:nvPr/>
        </p:nvSpPr>
        <p:spPr>
          <a:xfrm>
            <a:off x="8191780" y="601739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D19A5B11-154F-2A44-8B88-A47A16621791}"/>
              </a:ext>
            </a:extLst>
          </p:cNvPr>
          <p:cNvSpPr/>
          <p:nvPr/>
        </p:nvSpPr>
        <p:spPr>
          <a:xfrm>
            <a:off x="10151035" y="16599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D8229943-BA11-DD46-B119-B762482373DA}"/>
              </a:ext>
            </a:extLst>
          </p:cNvPr>
          <p:cNvSpPr/>
          <p:nvPr/>
        </p:nvSpPr>
        <p:spPr>
          <a:xfrm>
            <a:off x="12103135" y="2723756"/>
            <a:ext cx="2980799" cy="1676700"/>
          </a:xfrm>
          <a:prstGeom prst="roundRect">
            <a:avLst>
              <a:gd name="adj" fmla="val 6232"/>
            </a:avLst>
          </a:pr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/>
          <a:p>
            <a:pPr marL="171450" lvl="0" indent="-171450" algn="ctr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2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4447448"/>
            <a:ext cx="8239127" cy="23886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47323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0205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do Neg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27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873158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4.sv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3B51F0F3-F787-7DA4-A454-2C9C6895CE9A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347" y="-54819"/>
            <a:ext cx="5829300" cy="5056742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882DBA80-EC55-28CF-54FC-1937C252447D}"/>
              </a:ext>
            </a:extLst>
          </p:cNvPr>
          <p:cNvGrpSpPr/>
          <p:nvPr/>
        </p:nvGrpSpPr>
        <p:grpSpPr>
          <a:xfrm>
            <a:off x="124688" y="17508"/>
            <a:ext cx="8943593" cy="4984415"/>
            <a:chOff x="166250" y="23344"/>
            <a:chExt cx="11924791" cy="6645886"/>
          </a:xfrm>
        </p:grpSpPr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83CC4FE1-072C-F7D6-505E-9E94AF1CB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80309" y="23344"/>
              <a:ext cx="1210732" cy="681037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F64D21AB-CC81-6EDC-0026-CD1986FC7E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66250" y="160009"/>
              <a:ext cx="361950" cy="383241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53D057C2-A169-303F-571B-0D47230135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6200000">
              <a:off x="11651925" y="6296634"/>
              <a:ext cx="361950" cy="383241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B0F2B6-03A3-E5EA-5E3D-0F858692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53158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41683-EA1A-B420-F4A0-914017E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53158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</p:txBody>
      </p:sp>
    </p:spTree>
    <p:extLst>
      <p:ext uri="{BB962C8B-B14F-4D97-AF65-F5344CB8AC3E}">
        <p14:creationId xmlns:p14="http://schemas.microsoft.com/office/powerpoint/2010/main" val="236100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CDB0EC7-7948-88B0-5346-0ABF375F16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12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D5D105A-C60D-9FF5-A2CF-4BC903F89633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8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D12C3905-71B2-1378-F0D1-D45199250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2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E9201CFB-7B00-D655-424D-ED42BC7F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2F0A4A-FAF4-586C-1ECA-F11256A0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3152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60B40-794D-CFFC-723A-6D069B95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315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Primer nivel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5"/>
            <a:r>
              <a:rPr lang="es-ES"/>
              <a:t>Sexto nivel</a:t>
            </a:r>
          </a:p>
          <a:p>
            <a:pPr lvl="4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61812F1-D997-0318-29DF-D683353AC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1FA9DC0-ADF5-0110-AD57-27F2465BD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4" name="Gráfico 8">
            <a:extLst>
              <a:ext uri="{FF2B5EF4-FFF2-40B4-BE49-F238E27FC236}">
                <a16:creationId xmlns:a16="http://schemas.microsoft.com/office/drawing/2014/main" id="{31D24A6D-8DA3-74C1-A569-520F3D0F9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4687" y="120007"/>
            <a:ext cx="271463" cy="287431"/>
          </a:xfrm>
          <a:prstGeom prst="rect">
            <a:avLst/>
          </a:prstGeom>
        </p:spPr>
      </p:pic>
      <p:pic>
        <p:nvPicPr>
          <p:cNvPr id="5" name="Gráfico 9">
            <a:extLst>
              <a:ext uri="{FF2B5EF4-FFF2-40B4-BE49-F238E27FC236}">
                <a16:creationId xmlns:a16="http://schemas.microsoft.com/office/drawing/2014/main" id="{0121A7EA-A248-1AB7-CBCA-C91F60EA8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8730960" y="4730460"/>
            <a:ext cx="271463" cy="287431"/>
          </a:xfrm>
          <a:prstGeom prst="rect">
            <a:avLst/>
          </a:prstGeom>
        </p:spPr>
      </p:pic>
      <p:pic>
        <p:nvPicPr>
          <p:cNvPr id="6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35D4BB-98F4-5099-0C48-131F342678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95" y="30150"/>
            <a:ext cx="858644" cy="482987"/>
          </a:xfrm>
          <a:prstGeom prst="rect">
            <a:avLst/>
          </a:prstGeom>
        </p:spPr>
      </p:pic>
      <p:grpSp>
        <p:nvGrpSpPr>
          <p:cNvPr id="7" name="Grupo 12">
            <a:extLst>
              <a:ext uri="{FF2B5EF4-FFF2-40B4-BE49-F238E27FC236}">
                <a16:creationId xmlns:a16="http://schemas.microsoft.com/office/drawing/2014/main" id="{A1F13920-8C38-EAB6-0A8B-779662AF9192}"/>
              </a:ext>
            </a:extLst>
          </p:cNvPr>
          <p:cNvGrpSpPr/>
          <p:nvPr/>
        </p:nvGrpSpPr>
        <p:grpSpPr>
          <a:xfrm>
            <a:off x="7048405" y="-578"/>
            <a:ext cx="2933888" cy="4914570"/>
            <a:chOff x="8995719" y="-770"/>
            <a:chExt cx="3911851" cy="6552760"/>
          </a:xfrm>
        </p:grpSpPr>
        <p:pic>
          <p:nvPicPr>
            <p:cNvPr id="11" name="Imagen 7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49CC5EEC-BE5B-68CF-5C0D-51240366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-770"/>
              <a:ext cx="3911851" cy="3393413"/>
            </a:xfrm>
            <a:prstGeom prst="rect">
              <a:avLst/>
            </a:prstGeom>
          </p:spPr>
        </p:pic>
        <p:pic>
          <p:nvPicPr>
            <p:cNvPr id="14" name="Imagen 11" descr="Imagen de la pantalla de un video juego&#10;&#10;Descripción generada automáticamente con confianza baja">
              <a:extLst>
                <a:ext uri="{FF2B5EF4-FFF2-40B4-BE49-F238E27FC236}">
                  <a16:creationId xmlns:a16="http://schemas.microsoft.com/office/drawing/2014/main" id="{2D109848-8233-A172-DEAB-E22D86C1C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5719" y="3158577"/>
              <a:ext cx="3911851" cy="3393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4749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5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3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2371725"/>
            <a:ext cx="1300163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570" y="286104"/>
            <a:ext cx="4517616" cy="457129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6C294A0B-DED3-D9CE-7F7C-9A6DAE913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2663" y="1824038"/>
            <a:ext cx="4638675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E3B08141-FB7F-F2E9-68DA-68EA533C44B4}"/>
              </a:ext>
            </a:extLst>
          </p:cNvPr>
          <p:cNvSpPr/>
          <p:nvPr/>
        </p:nvSpPr>
        <p:spPr>
          <a:xfrm rot="16200000">
            <a:off x="5359414" y="834514"/>
            <a:ext cx="3229523" cy="4339652"/>
          </a:xfrm>
          <a:prstGeom prst="round2SameRect">
            <a:avLst>
              <a:gd name="adj1" fmla="val 4695"/>
              <a:gd name="adj2" fmla="val 0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Shape 0"/>
          <p:cNvSpPr/>
          <p:nvPr/>
        </p:nvSpPr>
        <p:spPr>
          <a:xfrm>
            <a:off x="928688" y="576263"/>
            <a:ext cx="2662238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>
              <a:latin typeface="+mj-lt"/>
            </a:endParaRPr>
          </a:p>
        </p:txBody>
      </p:sp>
      <p:sp>
        <p:nvSpPr>
          <p:cNvPr id="6" name="Text 1"/>
          <p:cNvSpPr/>
          <p:nvPr/>
        </p:nvSpPr>
        <p:spPr>
          <a:xfrm>
            <a:off x="928688" y="258660"/>
            <a:ext cx="3119438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Bienvenidos</a:t>
            </a:r>
            <a:endParaRPr lang="en-US" sz="3600" dirty="0">
              <a:latin typeface="+mj-lt"/>
            </a:endParaRPr>
          </a:p>
        </p:txBody>
      </p:sp>
      <p:sp>
        <p:nvSpPr>
          <p:cNvPr id="7" name="Text 2"/>
          <p:cNvSpPr/>
          <p:nvPr/>
        </p:nvSpPr>
        <p:spPr>
          <a:xfrm>
            <a:off x="928687" y="746644"/>
            <a:ext cx="3718263" cy="52790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Módulos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</a:t>
            </a:r>
            <a:r>
              <a:rPr lang="en-US" sz="1000" dirty="0" err="1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capacitación</a:t>
            </a:r>
            <a:r>
              <a:rPr lang="en-US" sz="10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de Chat GPT 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de </a:t>
            </a:r>
            <a:r>
              <a:rPr lang="en-US" sz="1000" dirty="0" err="1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Básico</a:t>
            </a:r>
            <a:r>
              <a:rPr lang="en-US" sz="10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 a Avanzado.</a:t>
            </a:r>
            <a:endParaRPr lang="en-US" sz="10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28688" y="1259239"/>
            <a:ext cx="3718262" cy="88639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lnSpc>
                <a:spcPts val="3165"/>
              </a:lnSpc>
              <a:buNone/>
            </a:pPr>
            <a:r>
              <a:rPr lang="en-US" sz="24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queremos lograr juntos</a:t>
            </a:r>
            <a:endParaRPr lang="en-US" sz="2400" dirty="0">
              <a:latin typeface="+mj-lt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28688" y="2208153"/>
            <a:ext cx="3718263" cy="244169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b="1" dirty="0"/>
              <a:t>Potenciar la productividad y la eficiencia</a:t>
            </a:r>
            <a:r>
              <a:rPr lang="es-MX" sz="800" dirty="0"/>
              <a:t> en sus tareas diarias mediante la adopción integral de </a:t>
            </a:r>
            <a:r>
              <a:rPr lang="es-MX" sz="800" dirty="0" err="1"/>
              <a:t>ChatGPT</a:t>
            </a:r>
            <a:r>
              <a:rPr lang="es-MX" sz="800" dirty="0"/>
              <a:t> Enterprise como asistente personal. Buscamos que todo el equipo adquiera las competencias necesarias para utilizar esta herramienta de forma </a:t>
            </a:r>
            <a:r>
              <a:rPr lang="es-MX" sz="800" b="1" dirty="0"/>
              <a:t>segura, autónoma y responsable</a:t>
            </a:r>
            <a:r>
              <a:rPr lang="es-MX" sz="800" dirty="0"/>
              <a:t>, reduciendo la curva de aprendizaje y garantizando el cumplimiento de las políticas de seguridad de la información de </a:t>
            </a:r>
            <a:r>
              <a:rPr lang="es-MX" sz="800" dirty="0" err="1"/>
              <a:t>Solclef</a:t>
            </a:r>
            <a:r>
              <a:rPr lang="es-MX" sz="800" dirty="0"/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800" dirty="0"/>
              <a:t>A través de un enfoque práctico y personalizado, trabajaremos con </a:t>
            </a:r>
            <a:r>
              <a:rPr lang="es-MX" sz="800" b="1" dirty="0"/>
              <a:t>casos de uso reales adaptados a sus diferentes áreas, </a:t>
            </a:r>
            <a:r>
              <a:rPr lang="es-MX" sz="800" dirty="0"/>
              <a:t>para asegurar una aplicación inmediata al puesto de trabajo. Esta iniciativa no solo habilitará el uso cotidiano de la inteligencia artificial, sino que también formará a un grupo de expertos internos encargados de liderar la innovación continua y maximizar el valor de esta tecnología en la organización."</a:t>
            </a:r>
            <a:endParaRPr lang="es-MX" sz="800" dirty="0">
              <a:effectLst/>
            </a:endParaRPr>
          </a:p>
        </p:txBody>
      </p:sp>
      <p:sp>
        <p:nvSpPr>
          <p:cNvPr id="12" name="Shape 7"/>
          <p:cNvSpPr/>
          <p:nvPr/>
        </p:nvSpPr>
        <p:spPr>
          <a:xfrm>
            <a:off x="919162" y="3714750"/>
            <a:ext cx="2857500" cy="928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878E8B9-E77E-3C2C-9882-793CBF233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9023" y="2425086"/>
            <a:ext cx="3593586" cy="1158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76200"/>
            <a:ext cx="4929188" cy="4986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393282" y="379476"/>
            <a:ext cx="2352675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8</a:t>
            </a:r>
            <a:endParaRPr lang="en-US" sz="3600" b="1" dirty="0"/>
          </a:p>
        </p:txBody>
      </p:sp>
      <p:sp>
        <p:nvSpPr>
          <p:cNvPr id="6" name="Text 1"/>
          <p:cNvSpPr/>
          <p:nvPr/>
        </p:nvSpPr>
        <p:spPr>
          <a:xfrm>
            <a:off x="3712369" y="205928"/>
            <a:ext cx="171450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87"/>
              </a:lnSpc>
              <a:buNone/>
            </a:pPr>
            <a:r>
              <a:rPr lang="en-US" sz="900" dirty="0">
                <a:solidFill>
                  <a:srgbClr val="333333">
                    <a:alpha val="99000"/>
                  </a:srgb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Qué vamos a hacer </a:t>
            </a:r>
            <a:r>
              <a:rPr lang="en-US" sz="900" dirty="0">
                <a:solidFill>
                  <a:schemeClr val="accent1">
                    <a:alpha val="99000"/>
                  </a:schemeClr>
                </a:solidFill>
                <a:latin typeface="+mj-lt"/>
                <a:ea typeface="Roboto Slab" pitchFamily="34" charset="-122"/>
                <a:cs typeface="Roboto Slab" pitchFamily="34" charset="-120"/>
              </a:rPr>
              <a:t>hoy</a:t>
            </a:r>
            <a:endParaRPr lang="en-US" sz="900" dirty="0">
              <a:solidFill>
                <a:schemeClr val="accent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A07090B-2FF8-AD81-839E-E933AAB18D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41864" y="1082207"/>
            <a:ext cx="4236441" cy="385536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 dirty="0">
              <a:ln w="12700">
                <a:solidFill>
                  <a:schemeClr val="accent1"/>
                </a:solidFill>
              </a:ln>
            </a:endParaRPr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93B1FB22-5E05-0568-96B3-D44663C26863}"/>
              </a:ext>
            </a:extLst>
          </p:cNvPr>
          <p:cNvSpPr/>
          <p:nvPr/>
        </p:nvSpPr>
        <p:spPr>
          <a:xfrm>
            <a:off x="3018743" y="1099999"/>
            <a:ext cx="2105025" cy="23431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924F7B3-22EC-BF50-C32C-7B505EB5FC43}"/>
              </a:ext>
            </a:extLst>
          </p:cNvPr>
          <p:cNvSpPr/>
          <p:nvPr/>
        </p:nvSpPr>
        <p:spPr>
          <a:xfrm>
            <a:off x="3094943" y="1214299"/>
            <a:ext cx="1952625" cy="21145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D4DD8AE-1308-3D35-4FD3-DE2F5A9DB316}"/>
              </a:ext>
            </a:extLst>
          </p:cNvPr>
          <p:cNvSpPr/>
          <p:nvPr/>
        </p:nvSpPr>
        <p:spPr>
          <a:xfrm>
            <a:off x="3732506" y="1214299"/>
            <a:ext cx="1952625" cy="2809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822C021-F385-E3C4-0DDE-42C7BB6147F8}"/>
              </a:ext>
            </a:extLst>
          </p:cNvPr>
          <p:cNvSpPr/>
          <p:nvPr/>
        </p:nvSpPr>
        <p:spPr>
          <a:xfrm>
            <a:off x="3732506" y="1214299"/>
            <a:ext cx="1952625" cy="80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80C4A84-99CD-9B27-90DA-96A3294CCF48}"/>
              </a:ext>
            </a:extLst>
          </p:cNvPr>
          <p:cNvSpPr/>
          <p:nvPr/>
        </p:nvSpPr>
        <p:spPr>
          <a:xfrm>
            <a:off x="2749576" y="1890722"/>
            <a:ext cx="3816617" cy="253851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Automatiza tus tareas repetitivas: crea, evalúa y reutiliza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Skills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propios en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Enterprise.</a:t>
            </a:r>
          </a:p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En este módulo damos el salto de "usar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" a "hacer que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trabaje por nosotros de forma consistente". Aprenderemos qué es un Skill —una capacidad reutilizable que sigue siempre las mismas reglas y formato— y qué son los agentes de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ChatGPT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(como @skill-creator), que nos ayudan a construir esos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Skills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en lenguaje natural.</a:t>
            </a:r>
          </a:p>
          <a:p>
            <a:pPr algn="l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Con casos reales de operación y mantenimiento, veremos cómo convertir tareas que hoy toman horas (revisar ofertas, validar datos de sensores, investigar alarmas, analizar termografías) en </a:t>
            </a:r>
            <a:r>
              <a:rPr lang="es-419" sz="900" dirty="0" err="1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Skills</a:t>
            </a:r>
            <a:r>
              <a:rPr lang="es-419" sz="900" dirty="0">
                <a:solidFill>
                  <a:srgbClr val="333333">
                    <a:alpha val="99000"/>
                  </a:srgbClr>
                </a:solidFill>
                <a:ea typeface="Roboto" pitchFamily="34" charset="-122"/>
                <a:cs typeface="Roboto" pitchFamily="34" charset="-120"/>
              </a:rPr>
              <a:t> que las resuelven en minutos, con criterio uniforme y trazable.</a:t>
            </a:r>
            <a:endParaRPr lang="es-MX" sz="900" dirty="0">
              <a:solidFill>
                <a:srgbClr val="333333">
                  <a:alpha val="99000"/>
                </a:srgbClr>
              </a:solidFill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0DEA14BD-9FB8-2FE7-A670-F6EE6EB3BC28}"/>
              </a:ext>
            </a:extLst>
          </p:cNvPr>
          <p:cNvSpPr/>
          <p:nvPr/>
        </p:nvSpPr>
        <p:spPr>
          <a:xfrm>
            <a:off x="2742587" y="1242789"/>
            <a:ext cx="3823605" cy="31021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1780"/>
              </a:lnSpc>
              <a:buNone/>
            </a:pP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Skills y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agentes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ChatGPT"</a:t>
            </a:r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0820-31AD-9F30-C881-F73737C4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23D6C-E7A0-73EF-09A8-5278716C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1408490"/>
            <a:ext cx="6368089" cy="694806"/>
          </a:xfrm>
        </p:spPr>
        <p:txBody>
          <a:bodyPr wrap="square">
            <a:spAutoFit/>
          </a:bodyPr>
          <a:lstStyle/>
          <a:p>
            <a:pPr algn="ctr"/>
            <a:r>
              <a:rPr lang="es-CO" dirty="0"/>
              <a:t>¿Qué es un Skill?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33D0F6-641E-C9F3-67EC-7977C82132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84390" y="2408922"/>
            <a:ext cx="6575218" cy="1754326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0" dirty="0"/>
              <a:t>Un Skill es una capacidad reutilizable que enseñas a </a:t>
            </a:r>
            <a:r>
              <a:rPr lang="es-419" sz="1200" b="0" dirty="0" err="1"/>
              <a:t>ChatGPT</a:t>
            </a:r>
            <a:r>
              <a:rPr lang="es-419" sz="1200" b="0" dirty="0"/>
              <a:t> una vez y que después se ejecuta siempre igual</a:t>
            </a:r>
            <a:r>
              <a:rPr lang="es-419" sz="1200" dirty="0"/>
              <a:t>: mismas reglas, mismo formato de salida, mismos controles.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dirty="0"/>
              <a:t>No es un </a:t>
            </a:r>
            <a:r>
              <a:rPr lang="es-419" sz="1200" dirty="0" err="1"/>
              <a:t>prompt</a:t>
            </a:r>
            <a:r>
              <a:rPr lang="es-419" sz="1200" dirty="0"/>
              <a:t> suelto</a:t>
            </a:r>
            <a:r>
              <a:rPr lang="es-419" sz="1200" b="0" dirty="0"/>
              <a:t>: es un procedimiento empaquetado (instrucciones + formato + ejemplos/archivos de referencia) que se invoca desde el submenú / o desde Habilidades.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dirty="0"/>
              <a:t>Idea clave: </a:t>
            </a:r>
            <a:r>
              <a:rPr lang="es-419" sz="1200" b="0" dirty="0"/>
              <a:t>"Un </a:t>
            </a:r>
            <a:r>
              <a:rPr lang="es-419" sz="1200" b="0" dirty="0" err="1"/>
              <a:t>prompt</a:t>
            </a:r>
            <a:r>
              <a:rPr lang="es-419" sz="1200" b="0" dirty="0"/>
              <a:t> resuelve una vez; un Skill resuelve siempre igual.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9FE1DB5-51D0-266D-6DEA-7705F836CB20}"/>
              </a:ext>
            </a:extLst>
          </p:cNvPr>
          <p:cNvSpPr/>
          <p:nvPr/>
        </p:nvSpPr>
        <p:spPr>
          <a:xfrm>
            <a:off x="1817752" y="986175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8 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|  Skills y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agentes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ChatGPT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110033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B708C72B-2D84-2A0F-651B-384BE7D8CAE5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48FD30E-95A0-026D-987F-8FAD1C3A9C68}"/>
              </a:ext>
            </a:extLst>
          </p:cNvPr>
          <p:cNvSpPr/>
          <p:nvPr/>
        </p:nvSpPr>
        <p:spPr>
          <a:xfrm>
            <a:off x="444866" y="513653"/>
            <a:ext cx="742451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¿Cuándo conviene crear un Skill? (y cuándo no)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8B8AE7-36C2-67D0-C3E3-317F3B0084D2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985B692-66AA-27B7-DED9-D441DC3B0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09344"/>
              </p:ext>
            </p:extLst>
          </p:nvPr>
        </p:nvGraphicFramePr>
        <p:xfrm>
          <a:off x="913134" y="1907680"/>
          <a:ext cx="7317732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58866">
                  <a:extLst>
                    <a:ext uri="{9D8B030D-6E8A-4147-A177-3AD203B41FA5}">
                      <a16:colId xmlns:a16="http://schemas.microsoft.com/office/drawing/2014/main" val="3341830863"/>
                    </a:ext>
                  </a:extLst>
                </a:gridCol>
                <a:gridCol w="3658866">
                  <a:extLst>
                    <a:ext uri="{9D8B030D-6E8A-4147-A177-3AD203B41FA5}">
                      <a16:colId xmlns:a16="http://schemas.microsoft.com/office/drawing/2014/main" val="2085621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dirty="0">
                          <a:effectLst/>
                        </a:rPr>
                        <a:t>Alta probabilidad de Skill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>
                          <a:effectLst/>
                        </a:rPr>
                        <a:t>Baja probabilidad (mejor un prompt simple)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9507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Se repite con frecuencia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Es única o muy puntual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5816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Tiene pasos claros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Cambia demasiado cada vez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6949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Requiere consistencia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No tiene un flujo claro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6070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Usa una plantilla o formato fijo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Depende de criterio creativo abierto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2423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Necesita seguir reglas específicas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No requiere consistencia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9060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Se beneficia de ejemplos/archivos de referencia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Se resuelve con una sola instrucción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971089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D1C0D-9E8C-01F8-EABE-D5925BB6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117F434-490A-1E34-FE22-F13E24C4DF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B0C1EA7D-D728-18A3-B1C8-026BFE3C4332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5A4584F-8A51-7218-7951-85BBD8AD1467}"/>
              </a:ext>
            </a:extLst>
          </p:cNvPr>
          <p:cNvSpPr/>
          <p:nvPr/>
        </p:nvSpPr>
        <p:spPr>
          <a:xfrm>
            <a:off x="330566" y="428097"/>
            <a:ext cx="510017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Skills</a:t>
            </a: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vs. otras opciones de </a:t>
            </a:r>
            <a:r>
              <a:rPr lang="es-419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ChatGPT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AD9776-607F-CC7E-5B85-7FCF26463429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AA7122F-C993-BD21-B32B-2003DBD51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35198"/>
              </p:ext>
            </p:extLst>
          </p:nvPr>
        </p:nvGraphicFramePr>
        <p:xfrm>
          <a:off x="854719" y="1867449"/>
          <a:ext cx="7317732" cy="2341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47396">
                  <a:extLst>
                    <a:ext uri="{9D8B030D-6E8A-4147-A177-3AD203B41FA5}">
                      <a16:colId xmlns:a16="http://schemas.microsoft.com/office/drawing/2014/main" val="3341830863"/>
                    </a:ext>
                  </a:extLst>
                </a:gridCol>
                <a:gridCol w="5170336">
                  <a:extLst>
                    <a:ext uri="{9D8B030D-6E8A-4147-A177-3AD203B41FA5}">
                      <a16:colId xmlns:a16="http://schemas.microsoft.com/office/drawing/2014/main" val="2085621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dirty="0">
                          <a:effectLst/>
                        </a:rPr>
                        <a:t>Opción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dirty="0">
                          <a:effectLst/>
                        </a:rPr>
                        <a:t>Cuándo usarla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9507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Prompt simple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Tarea puntual, una sola vez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3289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Plantilla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Formato fijo, sin lógica/reglas complejas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2635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Proyecto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Agrupar chats + archivos + instrucciones de un tema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5816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GPT personalizado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Asistente conversacional reutilizable para un rol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6949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 dirty="0">
                          <a:effectLst/>
                        </a:rPr>
                        <a:t>Skill</a:t>
                      </a:r>
                      <a:endParaRPr lang="es-CO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>
                          <a:effectLst/>
                        </a:rPr>
                        <a:t>Procedimiento operativo repetible con reglas y salida estandarizada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60700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CA558-7C02-F839-2D86-8A44C030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852CE17-E39F-6B99-398B-AEAB6B91D2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8B7EFBDB-F1B0-685D-8F1D-D048E775CC29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713590B-FE54-7AF4-0E39-850E8CC0E315}"/>
              </a:ext>
            </a:extLst>
          </p:cNvPr>
          <p:cNvSpPr/>
          <p:nvPr/>
        </p:nvSpPr>
        <p:spPr>
          <a:xfrm>
            <a:off x="330566" y="428097"/>
            <a:ext cx="510017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Cómo se crea e instala un Skill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0DCFF3-2EA9-602B-977B-255C035B52D0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1E54181-12D1-69C4-4AEF-5649EC6A5E1E}"/>
              </a:ext>
            </a:extLst>
          </p:cNvPr>
          <p:cNvSpPr txBox="1">
            <a:spLocks/>
          </p:cNvSpPr>
          <p:nvPr/>
        </p:nvSpPr>
        <p:spPr>
          <a:xfrm>
            <a:off x="1827749" y="1871857"/>
            <a:ext cx="5488502" cy="24929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En </a:t>
            </a:r>
            <a:r>
              <a:rPr lang="es-419" sz="1200" dirty="0" err="1"/>
              <a:t>ChatGPT</a:t>
            </a:r>
            <a:r>
              <a:rPr lang="es-419" sz="1200" dirty="0"/>
              <a:t> escribe / → selecciona @skill-creator.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Describe el Skill en lenguaje natural (tarea, entrada, salida, reglas).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Responde sus preguntas → genera el skill.zip.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Instálalo desde Habilidades y pruébalo.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Ajusta el formato desde Habilidades → Editar (es iterativo).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dirty="0"/>
              <a:t>Úsalo: / + nombre del Skill + archivo adjunto.</a:t>
            </a:r>
          </a:p>
        </p:txBody>
      </p:sp>
    </p:spTree>
    <p:extLst>
      <p:ext uri="{BB962C8B-B14F-4D97-AF65-F5344CB8AC3E}">
        <p14:creationId xmlns:p14="http://schemas.microsoft.com/office/powerpoint/2010/main" val="201033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D8D91-8A76-372A-D55E-0A3791EE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705858A-C9F5-8B6F-A5D4-07A857E326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DB2E995A-15D4-9531-9157-3C620AA69170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FB13A7A-6E3B-FD52-1268-41F18FF0B79E}"/>
              </a:ext>
            </a:extLst>
          </p:cNvPr>
          <p:cNvSpPr/>
          <p:nvPr/>
        </p:nvSpPr>
        <p:spPr>
          <a:xfrm>
            <a:off x="330565" y="428097"/>
            <a:ext cx="5839325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Reglas de oro al diseñar un Skill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894F32-7516-5353-2B5D-D4726F118D23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2F48B80F-2505-013C-1AA4-F3B434101547}"/>
              </a:ext>
            </a:extLst>
          </p:cNvPr>
          <p:cNvSpPr txBox="1">
            <a:spLocks/>
          </p:cNvSpPr>
          <p:nvPr/>
        </p:nvSpPr>
        <p:spPr>
          <a:xfrm>
            <a:off x="1827749" y="1871857"/>
            <a:ext cx="5488502" cy="23391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dirty="0"/>
              <a:t>Diferenciar datos confirmados, inferencias y recomendaciones.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dirty="0"/>
              <a:t>No inventar capacidades ni datos; si algo pudo cambiar, indicar que se verifique.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dirty="0"/>
              <a:t>Definir explícitamente qué hace y qué NO hace el Skill.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dirty="0"/>
              <a:t>Salida estructurada y reutilizable (tablas, </a:t>
            </a:r>
            <a:r>
              <a:rPr lang="es-419" sz="1200" dirty="0" err="1"/>
              <a:t>checklists</a:t>
            </a:r>
            <a:r>
              <a:rPr lang="es-419" sz="1200" dirty="0"/>
              <a:t>, pasos accionables).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dirty="0"/>
              <a:t>Datos ficticios o anónimos.</a:t>
            </a:r>
          </a:p>
        </p:txBody>
      </p:sp>
    </p:spTree>
    <p:extLst>
      <p:ext uri="{BB962C8B-B14F-4D97-AF65-F5344CB8AC3E}">
        <p14:creationId xmlns:p14="http://schemas.microsoft.com/office/powerpoint/2010/main" val="257069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3537-22C8-96F4-DE6F-20D2F406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C3FE1-F0DB-3408-7185-85081C4B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56" y="1225913"/>
            <a:ext cx="6368089" cy="1297278"/>
          </a:xfrm>
        </p:spPr>
        <p:txBody>
          <a:bodyPr wrap="square">
            <a:spAutoFit/>
          </a:bodyPr>
          <a:lstStyle/>
          <a:p>
            <a:pPr algn="ctr"/>
            <a:r>
              <a:rPr lang="es-CO" dirty="0"/>
              <a:t>Agentes: el "empleado virtual"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AE019D-F3CC-F663-DFAA-51BE93BDAE2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549607" y="2943086"/>
            <a:ext cx="6575218" cy="1323439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0" dirty="0"/>
              <a:t>Un agente es un sistema que sigue instrucciones, usa habilidades, opera herramientas y completa acciones de varios pasos en tu nombre.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0" dirty="0"/>
              <a:t>Piénsalo como un "empleado virtual" con su propio ordenador: le das un objetivo y él descubre cómo lograrlo.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3671C16-0016-1CB3-F9C2-1C0D2F2FCF9D}"/>
              </a:ext>
            </a:extLst>
          </p:cNvPr>
          <p:cNvSpPr/>
          <p:nvPr/>
        </p:nvSpPr>
        <p:spPr>
          <a:xfrm>
            <a:off x="1817752" y="806018"/>
            <a:ext cx="5508495" cy="30777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400" b="1" dirty="0">
                <a:solidFill>
                  <a:schemeClr val="accent1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8 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|  Skills y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agentes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14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</a:t>
            </a:r>
            <a:r>
              <a:rPr lang="en-US" sz="14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ChatGPT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8222542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B1C93-1947-3542-BE9E-D3E86E46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E7AC1CA-DF7A-02FD-69FE-5951A747F5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DE6D92E9-9DDF-95E7-6CD0-662F5AE70AC8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A37838D-7BE7-58D8-72A1-16DEB608BAB7}"/>
              </a:ext>
            </a:extLst>
          </p:cNvPr>
          <p:cNvSpPr/>
          <p:nvPr/>
        </p:nvSpPr>
        <p:spPr>
          <a:xfrm>
            <a:off x="444866" y="513653"/>
            <a:ext cx="742451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anatomía de un agente 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(la fórmula)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FAC1DE-413C-BDB4-A9F6-DF755C6D33A1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ED16CAC-4115-F45A-9FEC-409217847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206164"/>
              </p:ext>
            </p:extLst>
          </p:nvPr>
        </p:nvGraphicFramePr>
        <p:xfrm>
          <a:off x="913134" y="1907680"/>
          <a:ext cx="7317732" cy="2204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58866">
                  <a:extLst>
                    <a:ext uri="{9D8B030D-6E8A-4147-A177-3AD203B41FA5}">
                      <a16:colId xmlns:a16="http://schemas.microsoft.com/office/drawing/2014/main" val="3341830863"/>
                    </a:ext>
                  </a:extLst>
                </a:gridCol>
                <a:gridCol w="3658866">
                  <a:extLst>
                    <a:ext uri="{9D8B030D-6E8A-4147-A177-3AD203B41FA5}">
                      <a16:colId xmlns:a16="http://schemas.microsoft.com/office/drawing/2014/main" val="2085621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dirty="0">
                          <a:effectLst/>
                        </a:rPr>
                        <a:t>Componente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>
                          <a:effectLst/>
                        </a:rPr>
                        <a:t>Qué aporta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9507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Modelo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El "cerebro" que razona de forma probabilística e interpreta el contexto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5816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Herramientas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La capacidad de actuar: correo, archivos, sistemas, web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6949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Planificación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effectLst/>
                        </a:rPr>
                        <a:t>Convierte un objetivo en un plan de pasos por sí mismo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6070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>
                          <a:effectLst/>
                        </a:rPr>
                        <a:t>Objetivo</a:t>
                      </a:r>
                      <a:endParaRPr lang="es-CO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>
                          <a:effectLst/>
                        </a:rPr>
                        <a:t>La meta concreta que enfoca todo su </a:t>
                      </a:r>
                      <a:r>
                        <a:rPr lang="es-CO" dirty="0" err="1">
                          <a:effectLst/>
                        </a:rPr>
                        <a:t>trabaj</a:t>
                      </a:r>
                      <a:endParaRPr lang="es-CO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24236531"/>
                  </a:ext>
                </a:extLst>
              </a:tr>
            </a:tbl>
          </a:graphicData>
        </a:graphic>
      </p:graphicFrame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6EBE5285-9EE0-43E0-9FDE-12943A89FD5C}"/>
              </a:ext>
            </a:extLst>
          </p:cNvPr>
          <p:cNvSpPr txBox="1">
            <a:spLocks/>
          </p:cNvSpPr>
          <p:nvPr/>
        </p:nvSpPr>
        <p:spPr>
          <a:xfrm>
            <a:off x="1069317" y="4321487"/>
            <a:ext cx="6575218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419" sz="1200" b="1" dirty="0"/>
              <a:t>Agente = Modelo + Herramientas + Planificación + Objetivo definido.</a:t>
            </a:r>
          </a:p>
        </p:txBody>
      </p:sp>
    </p:spTree>
    <p:extLst>
      <p:ext uri="{BB962C8B-B14F-4D97-AF65-F5344CB8AC3E}">
        <p14:creationId xmlns:p14="http://schemas.microsoft.com/office/powerpoint/2010/main" val="269236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BA7F9-CAE6-5C18-DFA2-81B80B7D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09A97BF-F8DE-174F-C36F-4C076B11F0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D1C9719F-3288-5678-60FD-612879DD3925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145AFC7-FA3F-58B1-E8B7-34A65A59EDC1}"/>
              </a:ext>
            </a:extLst>
          </p:cNvPr>
          <p:cNvSpPr/>
          <p:nvPr/>
        </p:nvSpPr>
        <p:spPr>
          <a:xfrm>
            <a:off x="444866" y="513653"/>
            <a:ext cx="742451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Tres niveles: Chat, GPT personalizado y Agente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757546-7AE0-8168-9719-13DDEC766756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D93F2B5-7F12-C8CB-D596-E0C5E1912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21652"/>
              </p:ext>
            </p:extLst>
          </p:nvPr>
        </p:nvGraphicFramePr>
        <p:xfrm>
          <a:off x="549563" y="1816429"/>
          <a:ext cx="7712364" cy="2438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28091">
                  <a:extLst>
                    <a:ext uri="{9D8B030D-6E8A-4147-A177-3AD203B41FA5}">
                      <a16:colId xmlns:a16="http://schemas.microsoft.com/office/drawing/2014/main" val="1452853263"/>
                    </a:ext>
                  </a:extLst>
                </a:gridCol>
                <a:gridCol w="1928091">
                  <a:extLst>
                    <a:ext uri="{9D8B030D-6E8A-4147-A177-3AD203B41FA5}">
                      <a16:colId xmlns:a16="http://schemas.microsoft.com/office/drawing/2014/main" val="774285415"/>
                    </a:ext>
                  </a:extLst>
                </a:gridCol>
                <a:gridCol w="1928091">
                  <a:extLst>
                    <a:ext uri="{9D8B030D-6E8A-4147-A177-3AD203B41FA5}">
                      <a16:colId xmlns:a16="http://schemas.microsoft.com/office/drawing/2014/main" val="3453596134"/>
                    </a:ext>
                  </a:extLst>
                </a:gridCol>
                <a:gridCol w="1928091">
                  <a:extLst>
                    <a:ext uri="{9D8B030D-6E8A-4147-A177-3AD203B41FA5}">
                      <a16:colId xmlns:a16="http://schemas.microsoft.com/office/drawing/2014/main" val="1786271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s-CO" sz="12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200" b="1">
                          <a:effectLst/>
                        </a:rPr>
                        <a:t>Chat normal</a:t>
                      </a:r>
                      <a:endParaRPr lang="es-CO" sz="12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200" b="1">
                          <a:effectLst/>
                        </a:rPr>
                        <a:t>GPT personalizado</a:t>
                      </a:r>
                      <a:endParaRPr lang="es-CO" sz="12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200" b="1">
                          <a:effectLst/>
                        </a:rPr>
                        <a:t>Agente autónomo</a:t>
                      </a:r>
                      <a:endParaRPr lang="es-CO" sz="12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701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Rol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Ayudante puntual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Consultor experto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Empleado virtual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8732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Conocimiento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El del momento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Estático pre-cargado (PDFs, manuales)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Datos vivos vía conectores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52794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Autonomía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Nula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Baja (bajo demanda)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Alta (se activa solo)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454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Acción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>
                          <a:effectLst/>
                        </a:rPr>
                        <a:t>Solo texto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Texto + busca/analiza archivos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Ejecuta en tus sistemas reales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9241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Se activa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Cuando escribes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Cuando lo abres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>
                          <a:effectLst/>
                        </a:rPr>
                        <a:t>Por horario o por un evento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88726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071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4D80E-223E-D87E-3E2E-F40F614F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010E00B-8FDC-2EA7-EDB8-59888DA76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358265F-6533-BB1B-4823-3E22F7991D06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54A89BFB-FEB8-71FB-7E4F-5198F78EA100}"/>
              </a:ext>
            </a:extLst>
          </p:cNvPr>
          <p:cNvSpPr/>
          <p:nvPr/>
        </p:nvSpPr>
        <p:spPr>
          <a:xfrm>
            <a:off x="444866" y="513653"/>
            <a:ext cx="742451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Agentes vs. "Modo Agente" 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(no confundir)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CCCC3-1061-0DE7-FBCB-5C17F4B142A8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DBBAA04E-6981-F61E-5B18-521082D6A991}"/>
              </a:ext>
            </a:extLst>
          </p:cNvPr>
          <p:cNvSpPr txBox="1">
            <a:spLocks/>
          </p:cNvSpPr>
          <p:nvPr/>
        </p:nvSpPr>
        <p:spPr>
          <a:xfrm>
            <a:off x="1540708" y="2012968"/>
            <a:ext cx="572831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1" dirty="0"/>
              <a:t>Agente: </a:t>
            </a:r>
            <a:r>
              <a:rPr lang="es-419" sz="1200" dirty="0"/>
              <a:t>una configuración diseñada para una misión estable (reglas, contexto, herramientas). Ej.: un agente de reporte diario de planta.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1" dirty="0"/>
              <a:t>Modo Agente: </a:t>
            </a:r>
            <a:r>
              <a:rPr lang="es-419" sz="1200" dirty="0"/>
              <a:t>una funcionalidad de la interfaz que activas para que </a:t>
            </a:r>
            <a:r>
              <a:rPr lang="es-419" sz="1200" dirty="0" err="1"/>
              <a:t>ChatGPT</a:t>
            </a:r>
            <a:r>
              <a:rPr lang="es-419" sz="1200" dirty="0"/>
              <a:t> trabaje con más autonomía en una tarea concreta del momento.</a:t>
            </a:r>
          </a:p>
        </p:txBody>
      </p:sp>
    </p:spTree>
    <p:extLst>
      <p:ext uri="{BB962C8B-B14F-4D97-AF65-F5344CB8AC3E}">
        <p14:creationId xmlns:p14="http://schemas.microsoft.com/office/powerpoint/2010/main" val="335180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2E5EA-5616-6BEC-844B-AED05307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9EE1DCD-73B4-1EBC-B550-259086B4F1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F765C567-CB85-D296-A8B4-9529A950193D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AAAE840-E5BE-9C26-D5AF-F5FBAFDE9BB9}"/>
              </a:ext>
            </a:extLst>
          </p:cNvPr>
          <p:cNvSpPr/>
          <p:nvPr/>
        </p:nvSpPr>
        <p:spPr>
          <a:xfrm>
            <a:off x="444866" y="513653"/>
            <a:ext cx="742451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Agentes vs. "Modo Agente" 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(no confundir)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F99E18-E941-0829-2DF2-D92D2F52A96E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FBCCD4E0-EACD-8B80-F3E9-F330F41F805B}"/>
              </a:ext>
            </a:extLst>
          </p:cNvPr>
          <p:cNvSpPr txBox="1">
            <a:spLocks/>
          </p:cNvSpPr>
          <p:nvPr/>
        </p:nvSpPr>
        <p:spPr>
          <a:xfrm>
            <a:off x="1540708" y="2012968"/>
            <a:ext cx="572831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1" dirty="0"/>
              <a:t>Agente: </a:t>
            </a:r>
            <a:r>
              <a:rPr lang="es-419" sz="1200" dirty="0"/>
              <a:t>una configuración diseñada para una misión estable (reglas, contexto, herramientas). Ej.: un agente de reporte diario de planta.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419" sz="1200" b="1" dirty="0"/>
              <a:t>Modo Agente: </a:t>
            </a:r>
            <a:r>
              <a:rPr lang="es-419" sz="1200" dirty="0"/>
              <a:t>una funcionalidad de la interfaz que activas para que </a:t>
            </a:r>
            <a:r>
              <a:rPr lang="es-419" sz="1200" dirty="0" err="1"/>
              <a:t>ChatGPT</a:t>
            </a:r>
            <a:r>
              <a:rPr lang="es-419" sz="1200" dirty="0"/>
              <a:t> trabaje con más autonomía en una tarea concreta del momento.</a:t>
            </a:r>
          </a:p>
        </p:txBody>
      </p:sp>
    </p:spTree>
    <p:extLst>
      <p:ext uri="{BB962C8B-B14F-4D97-AF65-F5344CB8AC3E}">
        <p14:creationId xmlns:p14="http://schemas.microsoft.com/office/powerpoint/2010/main" val="374324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87F9F-1790-A07F-DD23-5C81C669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37DF314-3A62-EC3A-B933-D1B79BAD3B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96325278-0AB2-7C43-57F6-7EA10C9F450E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1CBDF7E1-94C3-4301-E5BE-2FE2DA2304D2}"/>
              </a:ext>
            </a:extLst>
          </p:cNvPr>
          <p:cNvSpPr/>
          <p:nvPr/>
        </p:nvSpPr>
        <p:spPr>
          <a:xfrm>
            <a:off x="444866" y="513653"/>
            <a:ext cx="5891279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ciclo de razonamiento del agente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C297A5-9FCF-25A1-2DB1-D6E429C3A5AC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35FB0BCD-AF52-4421-446E-376C23805995}"/>
              </a:ext>
            </a:extLst>
          </p:cNvPr>
          <p:cNvSpPr txBox="1">
            <a:spLocks/>
          </p:cNvSpPr>
          <p:nvPr/>
        </p:nvSpPr>
        <p:spPr>
          <a:xfrm>
            <a:off x="1540708" y="2012968"/>
            <a:ext cx="5728310" cy="261610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Percibir — </a:t>
            </a:r>
            <a:r>
              <a:rPr lang="es-419" sz="1200" dirty="0"/>
              <a:t>se activa por un desencadenador y recoge información de sus herramientas.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Razonar — </a:t>
            </a:r>
            <a:r>
              <a:rPr lang="es-419" sz="1200" dirty="0"/>
              <a:t>traduce el objetivo en un plan; aplica sus </a:t>
            </a:r>
            <a:r>
              <a:rPr lang="es-419" sz="1200" dirty="0" err="1"/>
              <a:t>skills</a:t>
            </a:r>
            <a:r>
              <a:rPr lang="es-419" sz="1200" dirty="0"/>
              <a:t> y reglas.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Actuar — ejecuta: </a:t>
            </a:r>
            <a:r>
              <a:rPr lang="es-419" sz="1200" dirty="0"/>
              <a:t>redacta, calcula, crea archivos, actualiza sistemas (o deja borradores).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Evaluar — </a:t>
            </a:r>
            <a:r>
              <a:rPr lang="es-419" sz="1200" dirty="0"/>
              <a:t>se prueba con casos reales, desordenados y extremos (</a:t>
            </a:r>
            <a:r>
              <a:rPr lang="es-419" sz="1200" dirty="0" err="1"/>
              <a:t>evals</a:t>
            </a:r>
            <a:r>
              <a:rPr lang="es-419" sz="1200" dirty="0"/>
              <a:t>).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Iterar — </a:t>
            </a:r>
            <a:r>
              <a:rPr lang="es-419" sz="1200" dirty="0"/>
              <a:t>se corrige en lenguaje natural y se vuelve a probar (</a:t>
            </a:r>
            <a:r>
              <a:rPr lang="es-419" sz="1200" dirty="0" err="1"/>
              <a:t>patch</a:t>
            </a:r>
            <a:r>
              <a:rPr lang="es-419" sz="1200" dirty="0"/>
              <a:t> &amp; </a:t>
            </a:r>
            <a:r>
              <a:rPr lang="es-419" sz="1200" dirty="0" err="1"/>
              <a:t>retest</a:t>
            </a:r>
            <a:r>
              <a:rPr lang="es-419" sz="1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1924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CF624-C446-AF36-E508-D0D71958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0B734E0-6E8B-1784-F425-3406AFB8D1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B3CE292D-5AED-9B31-D72E-86AEA6E4C50B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559B6E8-4F45-080C-DBB4-7D0360C7DC04}"/>
              </a:ext>
            </a:extLst>
          </p:cNvPr>
          <p:cNvSpPr/>
          <p:nvPr/>
        </p:nvSpPr>
        <p:spPr>
          <a:xfrm>
            <a:off x="444866" y="482874"/>
            <a:ext cx="746594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Desencadenadores (</a:t>
            </a:r>
            <a:r>
              <a:rPr lang="es-419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Triggers</a:t>
            </a: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): cómo arranca el trabajo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83AB0F-49A5-0431-4FC2-527300BC30DC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E52B6759-7898-6D2B-B89C-72757425F21B}"/>
              </a:ext>
            </a:extLst>
          </p:cNvPr>
          <p:cNvSpPr txBox="1">
            <a:spLocks/>
          </p:cNvSpPr>
          <p:nvPr/>
        </p:nvSpPr>
        <p:spPr>
          <a:xfrm>
            <a:off x="1540708" y="2012968"/>
            <a:ext cx="5728310" cy="14773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Manual: </a:t>
            </a:r>
            <a:r>
              <a:rPr lang="es-419" sz="1200" dirty="0"/>
              <a:t>se lo pides en el chat.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Programado</a:t>
            </a:r>
            <a:r>
              <a:rPr lang="es-419" sz="1200" dirty="0"/>
              <a:t>: "todos los días a las 8:00", "cada viernes".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Por evento: </a:t>
            </a:r>
            <a:r>
              <a:rPr lang="es-419" sz="1200" dirty="0"/>
              <a:t>llega un correo, se envía un formulario, entra un mensaje en Slack/</a:t>
            </a:r>
            <a:r>
              <a:rPr lang="es-419" sz="1200" dirty="0" err="1"/>
              <a:t>Teams</a:t>
            </a:r>
            <a:r>
              <a:rPr lang="es-419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069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2E49E-ACB3-9F2B-3A7D-171A2386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A1853FF-67B0-60B9-B90C-405774C52A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A3CFD1C9-8363-B69B-FEC0-D3A06CABAC4D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74E7B0D-1336-2E0B-4CBD-BDFF93A807ED}"/>
              </a:ext>
            </a:extLst>
          </p:cNvPr>
          <p:cNvSpPr/>
          <p:nvPr/>
        </p:nvSpPr>
        <p:spPr>
          <a:xfrm>
            <a:off x="444866" y="516423"/>
            <a:ext cx="7465946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Las herramientas del agente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CE94EA-863C-F03C-51BF-693C0BC46E99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4C71CF87-C4B4-40C8-2F4A-CB21787E461E}"/>
              </a:ext>
            </a:extLst>
          </p:cNvPr>
          <p:cNvSpPr txBox="1">
            <a:spLocks/>
          </p:cNvSpPr>
          <p:nvPr/>
        </p:nvSpPr>
        <p:spPr>
          <a:xfrm>
            <a:off x="1540708" y="1586844"/>
            <a:ext cx="5728310" cy="246221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Búsqueda web — información en tiempo real, investigación profunda con fuentes.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Intérprete de código — calcula métricas, transforma datos, genera gráficos.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Gestión de archivos — lee Excel/PDF/imágenes y crea reportes, hojas y presentaciones reales.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s-419" sz="1200" b="1" dirty="0"/>
              <a:t>Conectores / Apps — correo, calendario, Drive, Slack/</a:t>
            </a:r>
            <a:r>
              <a:rPr lang="es-419" sz="1200" b="1" dirty="0" err="1"/>
              <a:t>Teams</a:t>
            </a:r>
            <a:r>
              <a:rPr lang="es-419" sz="1200" b="1" dirty="0"/>
              <a:t>, CRM, sistemas de tickets.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2774232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74E76-1C73-EC23-B17E-19D5383D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122A587-EDB5-F7E1-B512-22BCF3D64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BC4AA7D4-06CA-EC70-4515-430A579AB5A7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AB37FBAB-8614-19EE-F521-C4E6FB4DD268}"/>
              </a:ext>
            </a:extLst>
          </p:cNvPr>
          <p:cNvSpPr/>
          <p:nvPr/>
        </p:nvSpPr>
        <p:spPr>
          <a:xfrm>
            <a:off x="444866" y="547201"/>
            <a:ext cx="746594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s-419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Skills</a:t>
            </a: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vs. Herramientas </a:t>
            </a:r>
          </a:p>
          <a:p>
            <a:pPr>
              <a:lnSpc>
                <a:spcPts val="3600"/>
              </a:lnSpc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(dentro del agente)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81590E-43B8-430D-21D1-F246E03E0B09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C09BD895-9D28-E41B-4445-B80D419AC35A}"/>
              </a:ext>
            </a:extLst>
          </p:cNvPr>
          <p:cNvSpPr txBox="1">
            <a:spLocks/>
          </p:cNvSpPr>
          <p:nvPr/>
        </p:nvSpPr>
        <p:spPr>
          <a:xfrm>
            <a:off x="1540708" y="2110064"/>
            <a:ext cx="5728310" cy="104644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b="1" dirty="0"/>
              <a:t>Habilidades (</a:t>
            </a:r>
            <a:r>
              <a:rPr lang="es-419" sz="1200" b="1" dirty="0" err="1"/>
              <a:t>Skills</a:t>
            </a:r>
            <a:r>
              <a:rPr lang="es-419" sz="1200" b="1" dirty="0"/>
              <a:t>): </a:t>
            </a:r>
            <a:r>
              <a:rPr lang="es-419" sz="1200" dirty="0"/>
              <a:t>dictan cómo se hace el trabajo (reglas, mejores prácticas, formato). Ej.: "cómo calcular e interpretar el PR".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b="1" dirty="0"/>
              <a:t>Herramientas (Tools): </a:t>
            </a:r>
            <a:r>
              <a:rPr lang="es-419" sz="1200" dirty="0"/>
              <a:t>son con qué se ejecuta (Drive, correo, web, tickets).</a:t>
            </a:r>
          </a:p>
        </p:txBody>
      </p:sp>
    </p:spTree>
    <p:extLst>
      <p:ext uri="{BB962C8B-B14F-4D97-AF65-F5344CB8AC3E}">
        <p14:creationId xmlns:p14="http://schemas.microsoft.com/office/powerpoint/2010/main" val="4088473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F11EB-F537-1793-60AC-84796FF7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7959A99-B02B-AA52-65CC-F185D3A8FF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77B9481D-FEDA-A315-B6F7-37491A12463B}"/>
              </a:ext>
            </a:extLst>
          </p:cNvPr>
          <p:cNvSpPr/>
          <p:nvPr/>
        </p:nvSpPr>
        <p:spPr>
          <a:xfrm>
            <a:off x="476250" y="130872"/>
            <a:ext cx="756938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8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4EDEB8B-ED7F-8CCB-B195-2A81573A8B28}"/>
              </a:ext>
            </a:extLst>
          </p:cNvPr>
          <p:cNvSpPr/>
          <p:nvPr/>
        </p:nvSpPr>
        <p:spPr>
          <a:xfrm>
            <a:off x="444866" y="547201"/>
            <a:ext cx="7465946" cy="101566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s-419" sz="3600" b="1" dirty="0" err="1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Skills</a:t>
            </a: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vs. Herramientas </a:t>
            </a:r>
          </a:p>
          <a:p>
            <a:pPr>
              <a:lnSpc>
                <a:spcPts val="3600"/>
              </a:lnSpc>
            </a:pPr>
            <a:r>
              <a:rPr lang="es-419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(dentro del agente)</a:t>
            </a:r>
            <a:endParaRPr lang="en-US" sz="3600" b="1" dirty="0">
              <a:solidFill>
                <a:srgbClr val="333333">
                  <a:alpha val="99000"/>
                </a:srgbClr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D6D0B4-232F-ACD7-9F6B-85C03F5B5F2C}"/>
              </a:ext>
            </a:extLst>
          </p:cNvPr>
          <p:cNvSpPr txBox="1"/>
          <p:nvPr/>
        </p:nvSpPr>
        <p:spPr>
          <a:xfrm>
            <a:off x="1233188" y="135101"/>
            <a:ext cx="1898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 err="1">
                <a:latin typeface="+mj-lt"/>
              </a:rPr>
              <a:t>Skills</a:t>
            </a:r>
            <a:r>
              <a:rPr lang="es-CO" sz="1000" dirty="0">
                <a:latin typeface="+mj-lt"/>
              </a:rPr>
              <a:t> y agentes en </a:t>
            </a:r>
            <a:r>
              <a:rPr lang="es-CO" sz="1000" dirty="0" err="1">
                <a:latin typeface="+mj-lt"/>
              </a:rPr>
              <a:t>ChatGPT</a:t>
            </a:r>
            <a:endParaRPr lang="es-CO" sz="1200" dirty="0">
              <a:latin typeface="+mj-lt"/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13A6F6D-D83B-490D-97F3-E2943BE66CE0}"/>
              </a:ext>
            </a:extLst>
          </p:cNvPr>
          <p:cNvSpPr txBox="1">
            <a:spLocks/>
          </p:cNvSpPr>
          <p:nvPr/>
        </p:nvSpPr>
        <p:spPr>
          <a:xfrm>
            <a:off x="1540708" y="2110064"/>
            <a:ext cx="5728310" cy="104644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b="1" dirty="0"/>
              <a:t>Habilidades (</a:t>
            </a:r>
            <a:r>
              <a:rPr lang="es-419" sz="1200" b="1" dirty="0" err="1"/>
              <a:t>Skills</a:t>
            </a:r>
            <a:r>
              <a:rPr lang="es-419" sz="1200" b="1" dirty="0"/>
              <a:t>): </a:t>
            </a:r>
            <a:r>
              <a:rPr lang="es-419" sz="1200" dirty="0"/>
              <a:t>dictan cómo se hace el trabajo (reglas, mejores prácticas, formato). Ej.: "cómo calcular e interpretar el PR".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s-419" sz="1200" b="1" dirty="0"/>
              <a:t>Herramientas (Tools): </a:t>
            </a:r>
            <a:r>
              <a:rPr lang="es-419" sz="1200" dirty="0"/>
              <a:t>son con qué se ejecuta (Drive, correo, web, tickets).</a:t>
            </a:r>
          </a:p>
        </p:txBody>
      </p:sp>
    </p:spTree>
    <p:extLst>
      <p:ext uri="{BB962C8B-B14F-4D97-AF65-F5344CB8AC3E}">
        <p14:creationId xmlns:p14="http://schemas.microsoft.com/office/powerpoint/2010/main" val="813761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32330" y="2624818"/>
            <a:ext cx="2262187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0"/>
              </a:lnSpc>
              <a:buNone/>
            </a:pPr>
            <a:r>
              <a:rPr lang="en-US" sz="1350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 por participar.</a:t>
            </a:r>
            <a:endParaRPr lang="en-US" sz="135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9563"/>
            <a:ext cx="4173499" cy="433863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71E793-280E-0CCE-B8A4-FD40544F1739}"/>
              </a:ext>
            </a:extLst>
          </p:cNvPr>
          <p:cNvSpPr/>
          <p:nvPr/>
        </p:nvSpPr>
        <p:spPr>
          <a:xfrm>
            <a:off x="476250" y="130872"/>
            <a:ext cx="742511" cy="246221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lnSpc>
                <a:spcPts val="1187"/>
              </a:lnSpc>
              <a:buNone/>
            </a:pPr>
            <a:r>
              <a:rPr lang="en-US" sz="1000" dirty="0" err="1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Módulo</a:t>
            </a:r>
            <a:r>
              <a:rPr lang="en-US" sz="1000" dirty="0">
                <a:solidFill>
                  <a:schemeClr val="accent1"/>
                </a:solidFill>
                <a:latin typeface="+mj-lt"/>
                <a:ea typeface="Roboto Slab" pitchFamily="34" charset="-122"/>
                <a:cs typeface="Roboto Slab" pitchFamily="34" charset="-120"/>
              </a:rPr>
              <a:t> 1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EAD827B-80E8-4E55-FDD8-D9AD8962A39F}"/>
              </a:ext>
            </a:extLst>
          </p:cNvPr>
          <p:cNvSpPr/>
          <p:nvPr/>
        </p:nvSpPr>
        <p:spPr>
          <a:xfrm>
            <a:off x="532330" y="2003286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3600" b="1" dirty="0">
                <a:solidFill>
                  <a:srgbClr val="333333">
                    <a:alpha val="99000"/>
                  </a:srgb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Preguntas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C23804-B16F-6ACA-7C54-5FADF2D53AE7}"/>
              </a:ext>
            </a:extLst>
          </p:cNvPr>
          <p:cNvSpPr txBox="1"/>
          <p:nvPr/>
        </p:nvSpPr>
        <p:spPr>
          <a:xfrm>
            <a:off x="1106526" y="115483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dirty="0">
                <a:latin typeface="+mj-lt"/>
              </a:rPr>
              <a:t>Introducción</a:t>
            </a:r>
            <a:r>
              <a:rPr lang="es-CO" sz="1200" dirty="0">
                <a:latin typeface="+mj-lt"/>
              </a:rPr>
              <a:t> y fundamentos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AB29C-B95E-A391-22CA-E2E526FE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B6BBCCA-06FC-684D-28C7-C8E71751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57" y="4743450"/>
            <a:ext cx="709179" cy="228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499F122-33E9-CB33-39E7-259C0DD2A2CF}"/>
              </a:ext>
            </a:extLst>
          </p:cNvPr>
          <p:cNvSpPr/>
          <p:nvPr/>
        </p:nvSpPr>
        <p:spPr>
          <a:xfrm>
            <a:off x="2585168" y="2294751"/>
            <a:ext cx="3973664" cy="5539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s-MX" sz="3600" b="1" dirty="0">
                <a:solidFill>
                  <a:schemeClr val="bg2">
                    <a:alpha val="99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09372294"/>
      </p:ext>
    </p:extLst>
  </p:cSld>
  <p:clrMapOvr>
    <a:masterClrMapping/>
  </p:clrMapOvr>
</p:sld>
</file>

<file path=ppt/theme/theme1.xml><?xml version="1.0" encoding="utf-8"?>
<a:theme xmlns:a="http://schemas.openxmlformats.org/drawingml/2006/main" name="Raona Theme BI - 2025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Roboto - Raona fonts">
      <a:majorFont>
        <a:latin typeface="Roboto Slab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ona Theme BI - 2025" id="{25B7A836-D14B-4489-BE2E-02A5DDBBFD5E}" vid="{F9769439-0EE0-49EF-8ED6-23C44188249B}"/>
    </a:ext>
  </a:extLst>
</a:theme>
</file>

<file path=ppt/theme/theme2.xml><?xml version="1.0" encoding="utf-8"?>
<a:theme xmlns:a="http://schemas.openxmlformats.org/drawingml/2006/main" name="Diseño personalizado">
  <a:themeElements>
    <a:clrScheme name="Colores Raona">
      <a:dk1>
        <a:srgbClr val="161823"/>
      </a:dk1>
      <a:lt1>
        <a:srgbClr val="FFFFFF"/>
      </a:lt1>
      <a:dk2>
        <a:srgbClr val="44546A"/>
      </a:dk2>
      <a:lt2>
        <a:srgbClr val="FFFFFF"/>
      </a:lt2>
      <a:accent1>
        <a:srgbClr val="F78C38"/>
      </a:accent1>
      <a:accent2>
        <a:srgbClr val="00E000"/>
      </a:accent2>
      <a:accent3>
        <a:srgbClr val="FF05CE"/>
      </a:accent3>
      <a:accent4>
        <a:srgbClr val="F9F600"/>
      </a:accent4>
      <a:accent5>
        <a:srgbClr val="00C2F9"/>
      </a:accent5>
      <a:accent6>
        <a:srgbClr val="8620C3"/>
      </a:accent6>
      <a:hlink>
        <a:srgbClr val="F78C38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3.xml><?xml version="1.0" encoding="utf-8"?>
<a:theme xmlns:a="http://schemas.openxmlformats.org/drawingml/2006/main" name="Tema oscuro de Raona">
  <a:themeElements>
    <a:clrScheme name="Raona Colors">
      <a:dk1>
        <a:srgbClr val="2B2929"/>
      </a:dk1>
      <a:lt1>
        <a:srgbClr val="FDFDFD"/>
      </a:lt1>
      <a:dk2>
        <a:srgbClr val="323F4F"/>
      </a:dk2>
      <a:lt2>
        <a:srgbClr val="F2F2F2"/>
      </a:lt2>
      <a:accent1>
        <a:srgbClr val="F78C38"/>
      </a:accent1>
      <a:accent2>
        <a:srgbClr val="50BAED"/>
      </a:accent2>
      <a:accent3>
        <a:srgbClr val="7D36B8"/>
      </a:accent3>
      <a:accent4>
        <a:srgbClr val="F4EC52"/>
      </a:accent4>
      <a:accent5>
        <a:srgbClr val="67D342"/>
      </a:accent5>
      <a:accent6>
        <a:srgbClr val="E23FC1"/>
      </a:accent6>
      <a:hlink>
        <a:srgbClr val="F88D2A"/>
      </a:hlink>
      <a:folHlink>
        <a:srgbClr val="BFBFBF"/>
      </a:folHlink>
    </a:clrScheme>
    <a:fontScheme name="Tipografía Raona">
      <a:majorFont>
        <a:latin typeface="Roboto Slab Medium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Raona" id="{B75E2EAC-4799-BD40-AD5F-A3D5586CFF93}" vid="{B30F1DC9-9193-2C4D-BDF4-FC5F4A2E5C7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acb5d12-1d8f-4d93-9a80-c6221259aedb}" enabled="1" method="Privileged" siteId="{a2927dc6-fd53-4ed2-94f0-7772c3efd74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Raona Theme BI - 2025</Template>
  <TotalTime>2268</TotalTime>
  <Words>1408</Words>
  <Application>Microsoft Office PowerPoint</Application>
  <PresentationFormat>Presentación en pantalla (16:9)</PresentationFormat>
  <Paragraphs>179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Arial</vt:lpstr>
      <vt:lpstr>Calibri</vt:lpstr>
      <vt:lpstr>Roboto</vt:lpstr>
      <vt:lpstr>Roboto Medium</vt:lpstr>
      <vt:lpstr>Roboto Slab</vt:lpstr>
      <vt:lpstr>Roboto Slab Medium</vt:lpstr>
      <vt:lpstr>Raona Theme BI - 2025</vt:lpstr>
      <vt:lpstr>Diseño personalizado</vt:lpstr>
      <vt:lpstr>Tema oscuro de Raona</vt:lpstr>
      <vt:lpstr>Presentación de PowerPoint</vt:lpstr>
      <vt:lpstr>Presentación de PowerPoint</vt:lpstr>
      <vt:lpstr>Presentación de PowerPoint</vt:lpstr>
      <vt:lpstr>Presentación de PowerPoint</vt:lpstr>
      <vt:lpstr>¿Qué es un Skill?</vt:lpstr>
      <vt:lpstr>Presentación de PowerPoint</vt:lpstr>
      <vt:lpstr>Presentación de PowerPoint</vt:lpstr>
      <vt:lpstr>Presentación de PowerPoint</vt:lpstr>
      <vt:lpstr>Presentación de PowerPoint</vt:lpstr>
      <vt:lpstr>Agentes: el "empleado virtual"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Yehimy Rincón</cp:lastModifiedBy>
  <cp:revision>2</cp:revision>
  <dcterms:created xsi:type="dcterms:W3CDTF">2026-01-25T17:38:04Z</dcterms:created>
  <dcterms:modified xsi:type="dcterms:W3CDTF">2026-06-23T04:00:54Z</dcterms:modified>
</cp:coreProperties>
</file>