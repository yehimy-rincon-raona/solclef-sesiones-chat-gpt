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  <p:sldMasterId id="2147483674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86" r:id="rId8"/>
    <p:sldId id="394" r:id="rId9"/>
    <p:sldId id="397" r:id="rId10"/>
    <p:sldId id="396" r:id="rId11"/>
    <p:sldId id="399" r:id="rId12"/>
    <p:sldId id="400" r:id="rId13"/>
    <p:sldId id="398" r:id="rId14"/>
    <p:sldId id="401" r:id="rId15"/>
    <p:sldId id="402" r:id="rId16"/>
    <p:sldId id="395" r:id="rId17"/>
    <p:sldId id="405" r:id="rId18"/>
    <p:sldId id="406" r:id="rId19"/>
    <p:sldId id="408" r:id="rId20"/>
    <p:sldId id="409" r:id="rId21"/>
    <p:sldId id="410" r:id="rId22"/>
    <p:sldId id="411" r:id="rId23"/>
    <p:sldId id="407" r:id="rId24"/>
    <p:sldId id="403" r:id="rId25"/>
    <p:sldId id="413" r:id="rId26"/>
    <p:sldId id="412" r:id="rId27"/>
    <p:sldId id="415" r:id="rId28"/>
    <p:sldId id="416" r:id="rId29"/>
    <p:sldId id="417" r:id="rId30"/>
    <p:sldId id="393" r:id="rId31"/>
    <p:sldId id="280" r:id="rId32"/>
    <p:sldId id="326" r:id="rId33"/>
  </p:sldIdLst>
  <p:sldSz cx="9144000" cy="5143500" type="screen16x9"/>
  <p:notesSz cx="51435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C38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F6764-F8BA-4595-AB4E-583406A92141}" v="31" dt="2026-03-24T12:36:01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49" d="100"/>
          <a:sy n="149" d="100"/>
        </p:scale>
        <p:origin x="108" y="3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6/11/relationships/changesInfo" Target="changesInfos/changesInfo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himy Lulieth Rincón" userId="71b285f3-22a3-4fb9-b62e-eff2b3461126" providerId="ADAL" clId="{94043772-BAF2-4149-A201-D8F0896DE0FA}"/>
    <pc:docChg chg="undo custSel delSld modSld modMainMaster">
      <pc:chgData name="Yehimy Lulieth Rincón" userId="71b285f3-22a3-4fb9-b62e-eff2b3461126" providerId="ADAL" clId="{94043772-BAF2-4149-A201-D8F0896DE0FA}" dt="2026-03-24T13:10:55.199" v="241" actId="20577"/>
      <pc:docMkLst>
        <pc:docMk/>
      </pc:docMkLst>
      <pc:sldChg chg="addSp delSp modSp mod">
        <pc:chgData name="Yehimy Lulieth Rincón" userId="71b285f3-22a3-4fb9-b62e-eff2b3461126" providerId="ADAL" clId="{94043772-BAF2-4149-A201-D8F0896DE0FA}" dt="2026-03-24T12:27:35.445" v="221" actId="1076"/>
        <pc:sldMkLst>
          <pc:docMk/>
          <pc:sldMk cId="0" sldId="257"/>
        </pc:sldMkLst>
        <pc:grpChg chg="del">
          <ac:chgData name="Yehimy Lulieth Rincón" userId="71b285f3-22a3-4fb9-b62e-eff2b3461126" providerId="ADAL" clId="{94043772-BAF2-4149-A201-D8F0896DE0FA}" dt="2026-03-24T12:27:21.901" v="219" actId="478"/>
          <ac:grpSpMkLst>
            <pc:docMk/>
            <pc:sldMk cId="0" sldId="257"/>
            <ac:grpSpMk id="9" creationId="{CD346B75-4451-D354-B668-B85FD36331A6}"/>
          </ac:grpSpMkLst>
        </pc:grpChg>
        <pc:picChg chg="add mod">
          <ac:chgData name="Yehimy Lulieth Rincón" userId="71b285f3-22a3-4fb9-b62e-eff2b3461126" providerId="ADAL" clId="{94043772-BAF2-4149-A201-D8F0896DE0FA}" dt="2026-03-24T12:27:35.445" v="221" actId="1076"/>
          <ac:picMkLst>
            <pc:docMk/>
            <pc:sldMk cId="0" sldId="257"/>
            <ac:picMk id="2" creationId="{D70244F1-94E9-16DF-855A-380CA2E2516E}"/>
          </ac:picMkLst>
        </pc:picChg>
        <pc:picChg chg="add del mod ord">
          <ac:chgData name="Yehimy Lulieth Rincón" userId="71b285f3-22a3-4fb9-b62e-eff2b3461126" providerId="ADAL" clId="{94043772-BAF2-4149-A201-D8F0896DE0FA}" dt="2026-03-24T12:27:19.236" v="218" actId="34135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Yehimy Lulieth Rincón" userId="71b285f3-22a3-4fb9-b62e-eff2b3461126" providerId="ADAL" clId="{94043772-BAF2-4149-A201-D8F0896DE0FA}" dt="2026-03-16T18:30:06.585" v="1" actId="20577"/>
        <pc:sldMkLst>
          <pc:docMk/>
          <pc:sldMk cId="0" sldId="259"/>
        </pc:sldMkLst>
        <pc:spChg chg="mod">
          <ac:chgData name="Yehimy Lulieth Rincón" userId="71b285f3-22a3-4fb9-b62e-eff2b3461126" providerId="ADAL" clId="{94043772-BAF2-4149-A201-D8F0896DE0FA}" dt="2026-03-16T18:30:06.585" v="1" actId="20577"/>
          <ac:spMkLst>
            <pc:docMk/>
            <pc:sldMk cId="0" sldId="259"/>
            <ac:spMk id="2" creationId="{54DBF2E3-FD23-ABA1-3589-3B1F359A4875}"/>
          </ac:spMkLst>
        </pc:spChg>
      </pc:sldChg>
      <pc:sldChg chg="modSp mod">
        <pc:chgData name="Yehimy Lulieth Rincón" userId="71b285f3-22a3-4fb9-b62e-eff2b3461126" providerId="ADAL" clId="{94043772-BAF2-4149-A201-D8F0896DE0FA}" dt="2026-03-24T11:06:36.036" v="22" actId="1035"/>
        <pc:sldMkLst>
          <pc:docMk/>
          <pc:sldMk cId="658524162" sldId="396"/>
        </pc:sldMkLst>
        <pc:spChg chg="mod">
          <ac:chgData name="Yehimy Lulieth Rincón" userId="71b285f3-22a3-4fb9-b62e-eff2b3461126" providerId="ADAL" clId="{94043772-BAF2-4149-A201-D8F0896DE0FA}" dt="2026-03-24T11:06:30.736" v="15" actId="1035"/>
          <ac:spMkLst>
            <pc:docMk/>
            <pc:sldMk cId="658524162" sldId="396"/>
            <ac:spMk id="3" creationId="{CBA59670-C0ED-A97C-BCF7-610CD10F1EC6}"/>
          </ac:spMkLst>
        </pc:spChg>
        <pc:spChg chg="mod">
          <ac:chgData name="Yehimy Lulieth Rincón" userId="71b285f3-22a3-4fb9-b62e-eff2b3461126" providerId="ADAL" clId="{94043772-BAF2-4149-A201-D8F0896DE0FA}" dt="2026-03-24T11:06:36.036" v="22" actId="1035"/>
          <ac:spMkLst>
            <pc:docMk/>
            <pc:sldMk cId="658524162" sldId="396"/>
            <ac:spMk id="5" creationId="{C4A6DA72-92E8-76C8-A770-682BE48452DF}"/>
          </ac:spMkLst>
        </pc:spChg>
        <pc:spChg chg="mod">
          <ac:chgData name="Yehimy Lulieth Rincón" userId="71b285f3-22a3-4fb9-b62e-eff2b3461126" providerId="ADAL" clId="{94043772-BAF2-4149-A201-D8F0896DE0FA}" dt="2026-03-24T11:06:30.736" v="15" actId="1035"/>
          <ac:spMkLst>
            <pc:docMk/>
            <pc:sldMk cId="658524162" sldId="396"/>
            <ac:spMk id="11" creationId="{440A62B4-60A0-26C1-A827-FE47D352509E}"/>
          </ac:spMkLst>
        </pc:spChg>
        <pc:spChg chg="mod">
          <ac:chgData name="Yehimy Lulieth Rincón" userId="71b285f3-22a3-4fb9-b62e-eff2b3461126" providerId="ADAL" clId="{94043772-BAF2-4149-A201-D8F0896DE0FA}" dt="2026-03-24T11:06:36.036" v="22" actId="1035"/>
          <ac:spMkLst>
            <pc:docMk/>
            <pc:sldMk cId="658524162" sldId="396"/>
            <ac:spMk id="12" creationId="{6AB4294F-9532-962E-3BA1-05F20032C2E5}"/>
          </ac:spMkLst>
        </pc:spChg>
      </pc:sldChg>
      <pc:sldChg chg="addSp delSp modSp mod">
        <pc:chgData name="Yehimy Lulieth Rincón" userId="71b285f3-22a3-4fb9-b62e-eff2b3461126" providerId="ADAL" clId="{94043772-BAF2-4149-A201-D8F0896DE0FA}" dt="2026-03-24T12:39:06.535" v="240" actId="20577"/>
        <pc:sldMkLst>
          <pc:docMk/>
          <pc:sldMk cId="2525483032" sldId="400"/>
        </pc:sldMkLst>
        <pc:spChg chg="mod">
          <ac:chgData name="Yehimy Lulieth Rincón" userId="71b285f3-22a3-4fb9-b62e-eff2b3461126" providerId="ADAL" clId="{94043772-BAF2-4149-A201-D8F0896DE0FA}" dt="2026-03-24T11:21:27.107" v="112" actId="34135"/>
          <ac:spMkLst>
            <pc:docMk/>
            <pc:sldMk cId="2525483032" sldId="400"/>
            <ac:spMk id="2" creationId="{4CECA8B0-1FC6-278B-A723-4ED635DB4D24}"/>
          </ac:spMkLst>
        </pc:spChg>
        <pc:spChg chg="mod">
          <ac:chgData name="Yehimy Lulieth Rincón" userId="71b285f3-22a3-4fb9-b62e-eff2b3461126" providerId="ADAL" clId="{94043772-BAF2-4149-A201-D8F0896DE0FA}" dt="2026-03-24T11:21:20.810" v="110" actId="1076"/>
          <ac:spMkLst>
            <pc:docMk/>
            <pc:sldMk cId="2525483032" sldId="400"/>
            <ac:spMk id="3" creationId="{965C3987-BC04-2539-38C8-1A411574BAE0}"/>
          </ac:spMkLst>
        </pc:spChg>
        <pc:spChg chg="mod">
          <ac:chgData name="Yehimy Lulieth Rincón" userId="71b285f3-22a3-4fb9-b62e-eff2b3461126" providerId="ADAL" clId="{94043772-BAF2-4149-A201-D8F0896DE0FA}" dt="2026-03-24T11:21:23.425" v="111" actId="1076"/>
          <ac:spMkLst>
            <pc:docMk/>
            <pc:sldMk cId="2525483032" sldId="400"/>
            <ac:spMk id="5" creationId="{C9162FE3-44BC-D985-2CBF-0E1C36B10A00}"/>
          </ac:spMkLst>
        </pc:spChg>
        <pc:spChg chg="mod">
          <ac:chgData name="Yehimy Lulieth Rincón" userId="71b285f3-22a3-4fb9-b62e-eff2b3461126" providerId="ADAL" clId="{94043772-BAF2-4149-A201-D8F0896DE0FA}" dt="2026-03-24T11:21:17.232" v="109" actId="1076"/>
          <ac:spMkLst>
            <pc:docMk/>
            <pc:sldMk cId="2525483032" sldId="400"/>
            <ac:spMk id="6" creationId="{5C338DE4-8E53-32D6-6EDD-F4B596629B8F}"/>
          </ac:spMkLst>
        </pc:spChg>
        <pc:spChg chg="add">
          <ac:chgData name="Yehimy Lulieth Rincón" userId="71b285f3-22a3-4fb9-b62e-eff2b3461126" providerId="ADAL" clId="{94043772-BAF2-4149-A201-D8F0896DE0FA}" dt="2026-03-24T11:18:16.392" v="69"/>
          <ac:spMkLst>
            <pc:docMk/>
            <pc:sldMk cId="2525483032" sldId="400"/>
            <ac:spMk id="8" creationId="{82AA7127-D83B-2178-E33E-46C484BB9487}"/>
          </ac:spMkLst>
        </pc:spChg>
        <pc:spChg chg="mod">
          <ac:chgData name="Yehimy Lulieth Rincón" userId="71b285f3-22a3-4fb9-b62e-eff2b3461126" providerId="ADAL" clId="{94043772-BAF2-4149-A201-D8F0896DE0FA}" dt="2026-03-24T11:21:17.232" v="109" actId="1076"/>
          <ac:spMkLst>
            <pc:docMk/>
            <pc:sldMk cId="2525483032" sldId="400"/>
            <ac:spMk id="9" creationId="{56C2FD22-5670-D2C9-170D-F48AB7B3C149}"/>
          </ac:spMkLst>
        </pc:spChg>
        <pc:spChg chg="mod ord">
          <ac:chgData name="Yehimy Lulieth Rincón" userId="71b285f3-22a3-4fb9-b62e-eff2b3461126" providerId="ADAL" clId="{94043772-BAF2-4149-A201-D8F0896DE0FA}" dt="2026-03-24T11:20:53.923" v="105" actId="34135"/>
          <ac:spMkLst>
            <pc:docMk/>
            <pc:sldMk cId="2525483032" sldId="400"/>
            <ac:spMk id="10" creationId="{8BCBD572-0FB8-1740-1AF3-F249CD170363}"/>
          </ac:spMkLst>
        </pc:spChg>
        <pc:spChg chg="mod">
          <ac:chgData name="Yehimy Lulieth Rincón" userId="71b285f3-22a3-4fb9-b62e-eff2b3461126" providerId="ADAL" clId="{94043772-BAF2-4149-A201-D8F0896DE0FA}" dt="2026-03-24T11:20:22.998" v="104" actId="1035"/>
          <ac:spMkLst>
            <pc:docMk/>
            <pc:sldMk cId="2525483032" sldId="400"/>
            <ac:spMk id="11" creationId="{598B43D6-25C8-1920-C574-3D7E59B197E0}"/>
          </ac:spMkLst>
        </pc:spChg>
        <pc:spChg chg="mod">
          <ac:chgData name="Yehimy Lulieth Rincón" userId="71b285f3-22a3-4fb9-b62e-eff2b3461126" providerId="ADAL" clId="{94043772-BAF2-4149-A201-D8F0896DE0FA}" dt="2026-03-24T11:20:22.998" v="104" actId="1035"/>
          <ac:spMkLst>
            <pc:docMk/>
            <pc:sldMk cId="2525483032" sldId="400"/>
            <ac:spMk id="12" creationId="{3D038E46-F5B5-7139-41B6-3114D4E5E06F}"/>
          </ac:spMkLst>
        </pc:spChg>
        <pc:spChg chg="mod">
          <ac:chgData name="Yehimy Lulieth Rincón" userId="71b285f3-22a3-4fb9-b62e-eff2b3461126" providerId="ADAL" clId="{94043772-BAF2-4149-A201-D8F0896DE0FA}" dt="2026-03-24T11:20:22.998" v="104" actId="1035"/>
          <ac:spMkLst>
            <pc:docMk/>
            <pc:sldMk cId="2525483032" sldId="400"/>
            <ac:spMk id="13" creationId="{A4092195-6973-06EC-ECD7-75FBA08ADB59}"/>
          </ac:spMkLst>
        </pc:spChg>
        <pc:spChg chg="mod">
          <ac:chgData name="Yehimy Lulieth Rincón" userId="71b285f3-22a3-4fb9-b62e-eff2b3461126" providerId="ADAL" clId="{94043772-BAF2-4149-A201-D8F0896DE0FA}" dt="2026-03-24T11:17:52.972" v="67" actId="1076"/>
          <ac:spMkLst>
            <pc:docMk/>
            <pc:sldMk cId="2525483032" sldId="400"/>
            <ac:spMk id="14" creationId="{4C0585A7-E3EC-8BE2-1123-D7CBB1034BF5}"/>
          </ac:spMkLst>
        </pc:spChg>
        <pc:spChg chg="del">
          <ac:chgData name="Yehimy Lulieth Rincón" userId="71b285f3-22a3-4fb9-b62e-eff2b3461126" providerId="ADAL" clId="{94043772-BAF2-4149-A201-D8F0896DE0FA}" dt="2026-03-24T11:17:55.793" v="68" actId="478"/>
          <ac:spMkLst>
            <pc:docMk/>
            <pc:sldMk cId="2525483032" sldId="400"/>
            <ac:spMk id="16" creationId="{7ED94BE3-5C35-1F3D-05A9-E45C5BA2CFA7}"/>
          </ac:spMkLst>
        </pc:spChg>
        <pc:spChg chg="mod">
          <ac:chgData name="Yehimy Lulieth Rincón" userId="71b285f3-22a3-4fb9-b62e-eff2b3461126" providerId="ADAL" clId="{94043772-BAF2-4149-A201-D8F0896DE0FA}" dt="2026-03-24T11:20:22.998" v="104" actId="1035"/>
          <ac:spMkLst>
            <pc:docMk/>
            <pc:sldMk cId="2525483032" sldId="400"/>
            <ac:spMk id="17" creationId="{D8ABD6E2-862E-F704-AA13-2AAE6107625A}"/>
          </ac:spMkLst>
        </pc:spChg>
        <pc:spChg chg="add">
          <ac:chgData name="Yehimy Lulieth Rincón" userId="71b285f3-22a3-4fb9-b62e-eff2b3461126" providerId="ADAL" clId="{94043772-BAF2-4149-A201-D8F0896DE0FA}" dt="2026-03-24T11:18:31.579" v="70"/>
          <ac:spMkLst>
            <pc:docMk/>
            <pc:sldMk cId="2525483032" sldId="400"/>
            <ac:spMk id="18" creationId="{78A44925-5E9C-38B1-1E68-D7CA4F6D5883}"/>
          </ac:spMkLst>
        </pc:spChg>
        <pc:spChg chg="add">
          <ac:chgData name="Yehimy Lulieth Rincón" userId="71b285f3-22a3-4fb9-b62e-eff2b3461126" providerId="ADAL" clId="{94043772-BAF2-4149-A201-D8F0896DE0FA}" dt="2026-03-24T11:18:43.808" v="71"/>
          <ac:spMkLst>
            <pc:docMk/>
            <pc:sldMk cId="2525483032" sldId="400"/>
            <ac:spMk id="19" creationId="{2AFA50E9-2158-720D-F3FF-6B5F5380EA24}"/>
          </ac:spMkLst>
        </pc:spChg>
        <pc:spChg chg="add mod">
          <ac:chgData name="Yehimy Lulieth Rincón" userId="71b285f3-22a3-4fb9-b62e-eff2b3461126" providerId="ADAL" clId="{94043772-BAF2-4149-A201-D8F0896DE0FA}" dt="2026-03-24T12:39:06.535" v="240" actId="20577"/>
          <ac:spMkLst>
            <pc:docMk/>
            <pc:sldMk cId="2525483032" sldId="400"/>
            <ac:spMk id="20" creationId="{D75F0E98-1628-0F09-E934-29F9F5F515F8}"/>
          </ac:spMkLst>
        </pc:spChg>
        <pc:spChg chg="add">
          <ac:chgData name="Yehimy Lulieth Rincón" userId="71b285f3-22a3-4fb9-b62e-eff2b3461126" providerId="ADAL" clId="{94043772-BAF2-4149-A201-D8F0896DE0FA}" dt="2026-03-24T11:18:49.398" v="72"/>
          <ac:spMkLst>
            <pc:docMk/>
            <pc:sldMk cId="2525483032" sldId="400"/>
            <ac:spMk id="21" creationId="{6CE70800-48B1-90B1-250A-8EF67076203C}"/>
          </ac:spMkLst>
        </pc:spChg>
      </pc:sldChg>
      <pc:sldChg chg="modSp mod">
        <pc:chgData name="Yehimy Lulieth Rincón" userId="71b285f3-22a3-4fb9-b62e-eff2b3461126" providerId="ADAL" clId="{94043772-BAF2-4149-A201-D8F0896DE0FA}" dt="2026-03-24T11:43:57.783" v="142" actId="20577"/>
        <pc:sldMkLst>
          <pc:docMk/>
          <pc:sldMk cId="731264622" sldId="401"/>
        </pc:sldMkLst>
        <pc:spChg chg="mod">
          <ac:chgData name="Yehimy Lulieth Rincón" userId="71b285f3-22a3-4fb9-b62e-eff2b3461126" providerId="ADAL" clId="{94043772-BAF2-4149-A201-D8F0896DE0FA}" dt="2026-03-24T11:43:04.415" v="114" actId="14100"/>
          <ac:spMkLst>
            <pc:docMk/>
            <pc:sldMk cId="731264622" sldId="401"/>
            <ac:spMk id="2" creationId="{2997AE8B-B215-C2DF-9900-C7BC1ECFDC6E}"/>
          </ac:spMkLst>
        </pc:spChg>
        <pc:spChg chg="mod">
          <ac:chgData name="Yehimy Lulieth Rincón" userId="71b285f3-22a3-4fb9-b62e-eff2b3461126" providerId="ADAL" clId="{94043772-BAF2-4149-A201-D8F0896DE0FA}" dt="2026-03-24T11:43:28.822" v="124" actId="1035"/>
          <ac:spMkLst>
            <pc:docMk/>
            <pc:sldMk cId="731264622" sldId="401"/>
            <ac:spMk id="3" creationId="{3A07C378-0A39-A3BD-0958-41E09672A5DF}"/>
          </ac:spMkLst>
        </pc:spChg>
        <pc:spChg chg="mod">
          <ac:chgData name="Yehimy Lulieth Rincón" userId="71b285f3-22a3-4fb9-b62e-eff2b3461126" providerId="ADAL" clId="{94043772-BAF2-4149-A201-D8F0896DE0FA}" dt="2026-03-24T11:43:28.822" v="124" actId="1035"/>
          <ac:spMkLst>
            <pc:docMk/>
            <pc:sldMk cId="731264622" sldId="401"/>
            <ac:spMk id="5" creationId="{03693BCE-6A83-2B01-3CCD-96A00B9A5E00}"/>
          </ac:spMkLst>
        </pc:spChg>
        <pc:spChg chg="mod">
          <ac:chgData name="Yehimy Lulieth Rincón" userId="71b285f3-22a3-4fb9-b62e-eff2b3461126" providerId="ADAL" clId="{94043772-BAF2-4149-A201-D8F0896DE0FA}" dt="2026-03-24T11:43:57.783" v="142" actId="20577"/>
          <ac:spMkLst>
            <pc:docMk/>
            <pc:sldMk cId="731264622" sldId="401"/>
            <ac:spMk id="6" creationId="{E8739C5E-7F1C-EE22-8809-857F3395C3EE}"/>
          </ac:spMkLst>
        </pc:spChg>
        <pc:spChg chg="mod">
          <ac:chgData name="Yehimy Lulieth Rincón" userId="71b285f3-22a3-4fb9-b62e-eff2b3461126" providerId="ADAL" clId="{94043772-BAF2-4149-A201-D8F0896DE0FA}" dt="2026-03-24T11:43:36.965" v="134" actId="1035"/>
          <ac:spMkLst>
            <pc:docMk/>
            <pc:sldMk cId="731264622" sldId="401"/>
            <ac:spMk id="9" creationId="{086F9447-3869-9539-6A88-133642361E64}"/>
          </ac:spMkLst>
        </pc:spChg>
        <pc:spChg chg="mod">
          <ac:chgData name="Yehimy Lulieth Rincón" userId="71b285f3-22a3-4fb9-b62e-eff2b3461126" providerId="ADAL" clId="{94043772-BAF2-4149-A201-D8F0896DE0FA}" dt="2026-03-24T11:43:06.792" v="115" actId="14100"/>
          <ac:spMkLst>
            <pc:docMk/>
            <pc:sldMk cId="731264622" sldId="401"/>
            <ac:spMk id="10" creationId="{C3E3B9CF-FBCD-627A-8030-2EAB39D19030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24T11:53:56.355" v="214" actId="207"/>
        <pc:sldMkLst>
          <pc:docMk/>
          <pc:sldMk cId="1636334861" sldId="402"/>
        </pc:sldMkLst>
        <pc:spChg chg="mod">
          <ac:chgData name="Yehimy Lulieth Rincón" userId="71b285f3-22a3-4fb9-b62e-eff2b3461126" providerId="ADAL" clId="{94043772-BAF2-4149-A201-D8F0896DE0FA}" dt="2026-03-24T11:46:53.342" v="146" actId="14100"/>
          <ac:spMkLst>
            <pc:docMk/>
            <pc:sldMk cId="1636334861" sldId="402"/>
            <ac:spMk id="2" creationId="{F642922E-084A-582D-7A27-64D65778659E}"/>
          </ac:spMkLst>
        </pc:spChg>
        <pc:spChg chg="mod">
          <ac:chgData name="Yehimy Lulieth Rincón" userId="71b285f3-22a3-4fb9-b62e-eff2b3461126" providerId="ADAL" clId="{94043772-BAF2-4149-A201-D8F0896DE0FA}" dt="2026-03-24T11:46:57.055" v="147" actId="14100"/>
          <ac:spMkLst>
            <pc:docMk/>
            <pc:sldMk cId="1636334861" sldId="402"/>
            <ac:spMk id="5" creationId="{B31F5493-9A7D-1131-35AA-BB50139A52AE}"/>
          </ac:spMkLst>
        </pc:spChg>
        <pc:spChg chg="mod">
          <ac:chgData name="Yehimy Lulieth Rincón" userId="71b285f3-22a3-4fb9-b62e-eff2b3461126" providerId="ADAL" clId="{94043772-BAF2-4149-A201-D8F0896DE0FA}" dt="2026-03-24T11:51:54.070" v="186" actId="20577"/>
          <ac:spMkLst>
            <pc:docMk/>
            <pc:sldMk cId="1636334861" sldId="402"/>
            <ac:spMk id="6" creationId="{11A797D5-E544-7F5C-2E61-BE4D2F1CB654}"/>
          </ac:spMkLst>
        </pc:spChg>
        <pc:spChg chg="add">
          <ac:chgData name="Yehimy Lulieth Rincón" userId="71b285f3-22a3-4fb9-b62e-eff2b3461126" providerId="ADAL" clId="{94043772-BAF2-4149-A201-D8F0896DE0FA}" dt="2026-03-24T11:47:49.821" v="149"/>
          <ac:spMkLst>
            <pc:docMk/>
            <pc:sldMk cId="1636334861" sldId="402"/>
            <ac:spMk id="8" creationId="{C96BB444-ECF7-96E8-BE7E-634380458BA3}"/>
          </ac:spMkLst>
        </pc:spChg>
        <pc:spChg chg="mod">
          <ac:chgData name="Yehimy Lulieth Rincón" userId="71b285f3-22a3-4fb9-b62e-eff2b3461126" providerId="ADAL" clId="{94043772-BAF2-4149-A201-D8F0896DE0FA}" dt="2026-03-24T11:47:01.255" v="148" actId="1076"/>
          <ac:spMkLst>
            <pc:docMk/>
            <pc:sldMk cId="1636334861" sldId="402"/>
            <ac:spMk id="9" creationId="{3EBC0154-DBEF-483D-E168-A25D584D035C}"/>
          </ac:spMkLst>
        </pc:spChg>
        <pc:spChg chg="add">
          <ac:chgData name="Yehimy Lulieth Rincón" userId="71b285f3-22a3-4fb9-b62e-eff2b3461126" providerId="ADAL" clId="{94043772-BAF2-4149-A201-D8F0896DE0FA}" dt="2026-03-24T11:51:30.480" v="181"/>
          <ac:spMkLst>
            <pc:docMk/>
            <pc:sldMk cId="1636334861" sldId="402"/>
            <ac:spMk id="10" creationId="{20CD0BA9-B195-4A9E-877C-CB037CDC2677}"/>
          </ac:spMkLst>
        </pc:spChg>
        <pc:spChg chg="add mod">
          <ac:chgData name="Yehimy Lulieth Rincón" userId="71b285f3-22a3-4fb9-b62e-eff2b3461126" providerId="ADAL" clId="{94043772-BAF2-4149-A201-D8F0896DE0FA}" dt="2026-03-24T11:53:56.355" v="214" actId="207"/>
          <ac:spMkLst>
            <pc:docMk/>
            <pc:sldMk cId="1636334861" sldId="402"/>
            <ac:spMk id="11" creationId="{289FCCD4-AA2D-60A4-7613-32158507696E}"/>
          </ac:spMkLst>
        </pc:spChg>
      </pc:sldChg>
      <pc:sldChg chg="addSp modSp mod">
        <pc:chgData name="Yehimy Lulieth Rincón" userId="71b285f3-22a3-4fb9-b62e-eff2b3461126" providerId="ADAL" clId="{94043772-BAF2-4149-A201-D8F0896DE0FA}" dt="2026-03-24T12:38:53.161" v="238" actId="20577"/>
        <pc:sldMkLst>
          <pc:docMk/>
          <pc:sldMk cId="2029728393" sldId="405"/>
        </pc:sldMkLst>
        <pc:spChg chg="add mod">
          <ac:chgData name="Yehimy Lulieth Rincón" userId="71b285f3-22a3-4fb9-b62e-eff2b3461126" providerId="ADAL" clId="{94043772-BAF2-4149-A201-D8F0896DE0FA}" dt="2026-03-24T12:38:53.161" v="238" actId="20577"/>
          <ac:spMkLst>
            <pc:docMk/>
            <pc:sldMk cId="2029728393" sldId="405"/>
            <ac:spMk id="8" creationId="{965EA124-AFA1-4DAF-E342-ADDD8704C197}"/>
          </ac:spMkLst>
        </pc:spChg>
      </pc:sldChg>
      <pc:sldChg chg="addSp delSp modSp mod">
        <pc:chgData name="Yehimy Lulieth Rincón" userId="71b285f3-22a3-4fb9-b62e-eff2b3461126" providerId="ADAL" clId="{94043772-BAF2-4149-A201-D8F0896DE0FA}" dt="2026-03-24T12:36:01.963" v="226"/>
        <pc:sldMkLst>
          <pc:docMk/>
          <pc:sldMk cId="2320084843" sldId="406"/>
        </pc:sldMkLst>
        <pc:spChg chg="add mod">
          <ac:chgData name="Yehimy Lulieth Rincón" userId="71b285f3-22a3-4fb9-b62e-eff2b3461126" providerId="ADAL" clId="{94043772-BAF2-4149-A201-D8F0896DE0FA}" dt="2026-03-24T12:36:01.963" v="226"/>
          <ac:spMkLst>
            <pc:docMk/>
            <pc:sldMk cId="2320084843" sldId="406"/>
            <ac:spMk id="8" creationId="{BAA7E2E2-9DB1-A496-951D-8E3F96D5CC9A}"/>
          </ac:spMkLst>
        </pc:spChg>
        <pc:spChg chg="del">
          <ac:chgData name="Yehimy Lulieth Rincón" userId="71b285f3-22a3-4fb9-b62e-eff2b3461126" providerId="ADAL" clId="{94043772-BAF2-4149-A201-D8F0896DE0FA}" dt="2026-03-24T11:05:51.907" v="2" actId="21"/>
          <ac:spMkLst>
            <pc:docMk/>
            <pc:sldMk cId="2320084843" sldId="406"/>
            <ac:spMk id="20" creationId="{D75F0E98-1628-0F09-E934-29F9F5F515F8}"/>
          </ac:spMkLst>
        </pc:spChg>
      </pc:sldChg>
      <pc:sldChg chg="modSp mod">
        <pc:chgData name="Yehimy Lulieth Rincón" userId="71b285f3-22a3-4fb9-b62e-eff2b3461126" providerId="ADAL" clId="{94043772-BAF2-4149-A201-D8F0896DE0FA}" dt="2026-03-24T12:36:08.295" v="228" actId="20577"/>
        <pc:sldMkLst>
          <pc:docMk/>
          <pc:sldMk cId="3447923631" sldId="408"/>
        </pc:sldMkLst>
        <pc:spChg chg="mod">
          <ac:chgData name="Yehimy Lulieth Rincón" userId="71b285f3-22a3-4fb9-b62e-eff2b3461126" providerId="ADAL" clId="{94043772-BAF2-4149-A201-D8F0896DE0FA}" dt="2026-03-24T12:36:08.295" v="228" actId="20577"/>
          <ac:spMkLst>
            <pc:docMk/>
            <pc:sldMk cId="3447923631" sldId="408"/>
            <ac:spMk id="20" creationId="{BC891DF4-6600-5C61-E3A0-BB5944745B63}"/>
          </ac:spMkLst>
        </pc:spChg>
      </pc:sldChg>
      <pc:sldChg chg="modSp mod">
        <pc:chgData name="Yehimy Lulieth Rincón" userId="71b285f3-22a3-4fb9-b62e-eff2b3461126" providerId="ADAL" clId="{94043772-BAF2-4149-A201-D8F0896DE0FA}" dt="2026-03-24T12:36:17.378" v="230" actId="20577"/>
        <pc:sldMkLst>
          <pc:docMk/>
          <pc:sldMk cId="3096622568" sldId="409"/>
        </pc:sldMkLst>
        <pc:spChg chg="mod">
          <ac:chgData name="Yehimy Lulieth Rincón" userId="71b285f3-22a3-4fb9-b62e-eff2b3461126" providerId="ADAL" clId="{94043772-BAF2-4149-A201-D8F0896DE0FA}" dt="2026-03-24T12:36:17.378" v="230" actId="20577"/>
          <ac:spMkLst>
            <pc:docMk/>
            <pc:sldMk cId="3096622568" sldId="409"/>
            <ac:spMk id="20" creationId="{D3ECFEE7-6888-5E1C-23DE-716865FF94D2}"/>
          </ac:spMkLst>
        </pc:spChg>
      </pc:sldChg>
      <pc:sldChg chg="modSp mod">
        <pc:chgData name="Yehimy Lulieth Rincón" userId="71b285f3-22a3-4fb9-b62e-eff2b3461126" providerId="ADAL" clId="{94043772-BAF2-4149-A201-D8F0896DE0FA}" dt="2026-03-24T13:10:55.199" v="241" actId="20577"/>
        <pc:sldMkLst>
          <pc:docMk/>
          <pc:sldMk cId="843125188" sldId="411"/>
        </pc:sldMkLst>
        <pc:spChg chg="mod">
          <ac:chgData name="Yehimy Lulieth Rincón" userId="71b285f3-22a3-4fb9-b62e-eff2b3461126" providerId="ADAL" clId="{94043772-BAF2-4149-A201-D8F0896DE0FA}" dt="2026-03-24T13:10:55.199" v="241" actId="20577"/>
          <ac:spMkLst>
            <pc:docMk/>
            <pc:sldMk cId="843125188" sldId="411"/>
            <ac:spMk id="6" creationId="{E597E051-A68F-197D-2699-446823F8D038}"/>
          </ac:spMkLst>
        </pc:spChg>
        <pc:spChg chg="mod">
          <ac:chgData name="Yehimy Lulieth Rincón" userId="71b285f3-22a3-4fb9-b62e-eff2b3461126" providerId="ADAL" clId="{94043772-BAF2-4149-A201-D8F0896DE0FA}" dt="2026-03-24T12:36:27.301" v="232" actId="20577"/>
          <ac:spMkLst>
            <pc:docMk/>
            <pc:sldMk cId="843125188" sldId="411"/>
            <ac:spMk id="8" creationId="{44E2E7B2-DA59-C57D-99E1-94E3EB905352}"/>
          </ac:spMkLst>
        </pc:spChg>
      </pc:sldChg>
      <pc:sldChg chg="modSp mod">
        <pc:chgData name="Yehimy Lulieth Rincón" userId="71b285f3-22a3-4fb9-b62e-eff2b3461126" providerId="ADAL" clId="{94043772-BAF2-4149-A201-D8F0896DE0FA}" dt="2026-03-24T12:37:21.822" v="234" actId="20577"/>
        <pc:sldMkLst>
          <pc:docMk/>
          <pc:sldMk cId="1982210649" sldId="416"/>
        </pc:sldMkLst>
        <pc:spChg chg="mod">
          <ac:chgData name="Yehimy Lulieth Rincón" userId="71b285f3-22a3-4fb9-b62e-eff2b3461126" providerId="ADAL" clId="{94043772-BAF2-4149-A201-D8F0896DE0FA}" dt="2026-03-24T12:37:21.822" v="234" actId="20577"/>
          <ac:spMkLst>
            <pc:docMk/>
            <pc:sldMk cId="1982210649" sldId="416"/>
            <ac:spMk id="8" creationId="{423DA2EF-3211-CA40-C168-EBF0D90A077E}"/>
          </ac:spMkLst>
        </pc:spChg>
      </pc:sldChg>
      <pc:sldChg chg="modSp mod">
        <pc:chgData name="Yehimy Lulieth Rincón" userId="71b285f3-22a3-4fb9-b62e-eff2b3461126" providerId="ADAL" clId="{94043772-BAF2-4149-A201-D8F0896DE0FA}" dt="2026-03-24T12:37:27.679" v="236" actId="20577"/>
        <pc:sldMkLst>
          <pc:docMk/>
          <pc:sldMk cId="466558525" sldId="417"/>
        </pc:sldMkLst>
        <pc:spChg chg="mod">
          <ac:chgData name="Yehimy Lulieth Rincón" userId="71b285f3-22a3-4fb9-b62e-eff2b3461126" providerId="ADAL" clId="{94043772-BAF2-4149-A201-D8F0896DE0FA}" dt="2026-03-24T12:37:27.679" v="236" actId="20577"/>
          <ac:spMkLst>
            <pc:docMk/>
            <pc:sldMk cId="466558525" sldId="417"/>
            <ac:spMk id="8" creationId="{7CA49E45-1776-1E0A-C325-EBCD69BD1629}"/>
          </ac:spMkLst>
        </pc:spChg>
      </pc:sldChg>
      <pc:sldMasterChg chg="modSp">
        <pc:chgData name="Yehimy Lulieth Rincón" userId="71b285f3-22a3-4fb9-b62e-eff2b3461126" providerId="ADAL" clId="{94043772-BAF2-4149-A201-D8F0896DE0FA}" dt="2026-03-24T11:53:05.567" v="209" actId="255"/>
        <pc:sldMasterMkLst>
          <pc:docMk/>
          <pc:sldMasterMk cId="2361005328" sldId="2147483650"/>
        </pc:sldMasterMkLst>
        <pc:spChg chg="mod">
          <ac:chgData name="Yehimy Lulieth Rincón" userId="71b285f3-22a3-4fb9-b62e-eff2b3461126" providerId="ADAL" clId="{94043772-BAF2-4149-A201-D8F0896DE0FA}" dt="2026-03-24T11:53:05.567" v="209" actId="255"/>
          <ac:spMkLst>
            <pc:docMk/>
            <pc:sldMasterMk cId="2361005328" sldId="2147483650"/>
            <ac:spMk id="3" creationId="{EC941683-EA1A-B420-F4A0-914017E68743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80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1996-771C-AF88-9FF7-02BD08B3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54F0D-D932-F570-18EF-B89B62AB6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5EB21-140F-B030-AF34-0FC5553C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8477C-67CC-F87F-BCF2-6632DB260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9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3D36E-8C93-AA8E-6D73-8A9D064CF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648BD-2A13-A0FC-5F82-62E925C9C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987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466D7-5BF6-3C45-2D3E-95DD5EA1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806DF-5C74-B2EE-8B74-9A7C11186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506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DA8D-1C4C-6C0C-6680-974991EA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B8E5A9-FD6A-E709-D6CD-83526756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448720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0C4A7-164F-4522-407E-9C58BD6F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6C0A6-13D6-C0E2-33DD-F740EBE29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31082" cy="3263504"/>
          </a:xfr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5685D2-8839-DB84-E94F-86ABD960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531082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9031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8985-A884-33B6-A5C4-6229362E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437962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79CAA-E2FB-8214-E69B-6B53640C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421802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3D52DA-C243-423E-7757-7907C3F7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421802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3BDDEA-FB73-D4D0-4B42-452445775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438653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D4B2E4-6B42-396B-49B7-1C52C8BBD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438653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3952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A7A38-5D56-DC27-913D-C173D492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646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621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449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05C6-61F2-3983-167A-12F8C51E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EB4C0-DB25-B568-926E-B3F21BF09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85BE7F-8669-5878-6F60-DB1C00259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876572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D74E3-94FC-0905-2E2D-5594D6E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8F562C-DB4C-DB51-CECD-54FE70D1E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F7A880-331C-75F9-4210-7C585B0DE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10694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572645"/>
      </p:ext>
    </p:extLst>
  </p:cSld>
  <p:clrMapOvr>
    <a:masterClrMapping/>
  </p:clrMapOvr>
  <p:transition spd="med"/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650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632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890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01553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21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363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469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34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0417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1830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344409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681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99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644860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4256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5776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833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710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11373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53430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onalTi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7F8C0BA-ABFB-D24B-8E8C-AF01805B429E}"/>
              </a:ext>
            </a:extLst>
          </p:cNvPr>
          <p:cNvSpPr/>
          <p:nvPr/>
        </p:nvSpPr>
        <p:spPr>
          <a:xfrm>
            <a:off x="113482" y="-793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176A91D-80DE-5C4F-89B9-1052F704A764}"/>
              </a:ext>
            </a:extLst>
          </p:cNvPr>
          <p:cNvSpPr/>
          <p:nvPr/>
        </p:nvSpPr>
        <p:spPr>
          <a:xfrm>
            <a:off x="2066015" y="2754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CC5C448E-FFD9-8148-BFA8-17FB298427A7}"/>
              </a:ext>
            </a:extLst>
          </p:cNvPr>
          <p:cNvSpPr/>
          <p:nvPr/>
        </p:nvSpPr>
        <p:spPr>
          <a:xfrm>
            <a:off x="4018546" y="1344783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87BC6EE9-3A09-4A4B-9CBD-6E70BF05776F}"/>
              </a:ext>
            </a:extLst>
          </p:cNvPr>
          <p:cNvSpPr/>
          <p:nvPr/>
        </p:nvSpPr>
        <p:spPr>
          <a:xfrm>
            <a:off x="5977801" y="24030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1CF31CCF-43E0-EC4F-8EC6-61145526B20F}"/>
              </a:ext>
            </a:extLst>
          </p:cNvPr>
          <p:cNvSpPr/>
          <p:nvPr/>
        </p:nvSpPr>
        <p:spPr>
          <a:xfrm>
            <a:off x="7929901" y="3466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301C0A40-E5E2-5B44-B6B0-C8246524DD0F}"/>
              </a:ext>
            </a:extLst>
          </p:cNvPr>
          <p:cNvSpPr/>
          <p:nvPr/>
        </p:nvSpPr>
        <p:spPr>
          <a:xfrm>
            <a:off x="2289372" y="-11199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66D5862-4E08-FC46-B07E-06AE6BA45044}"/>
              </a:ext>
            </a:extLst>
          </p:cNvPr>
          <p:cNvSpPr/>
          <p:nvPr/>
        </p:nvSpPr>
        <p:spPr>
          <a:xfrm>
            <a:off x="4241906" y="-507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673D5BAE-8682-384A-B96F-8181A5103FEC}"/>
              </a:ext>
            </a:extLst>
          </p:cNvPr>
          <p:cNvSpPr/>
          <p:nvPr/>
        </p:nvSpPr>
        <p:spPr>
          <a:xfrm>
            <a:off x="6194437" y="1018647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865A1089-9F09-CA45-A7F4-EDCD013EA5FC}"/>
              </a:ext>
            </a:extLst>
          </p:cNvPr>
          <p:cNvSpPr/>
          <p:nvPr/>
        </p:nvSpPr>
        <p:spPr>
          <a:xfrm>
            <a:off x="8153692" y="20768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8D5416F1-E606-CF49-B589-FEEFA9075992}"/>
              </a:ext>
            </a:extLst>
          </p:cNvPr>
          <p:cNvSpPr/>
          <p:nvPr/>
        </p:nvSpPr>
        <p:spPr>
          <a:xfrm>
            <a:off x="10105792" y="31406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91D8D386-27AF-B044-88D1-CBAEF2353601}"/>
              </a:ext>
            </a:extLst>
          </p:cNvPr>
          <p:cNvSpPr/>
          <p:nvPr/>
        </p:nvSpPr>
        <p:spPr>
          <a:xfrm>
            <a:off x="4286716" y="-15368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50CF83A4-E418-594D-866A-55092C5B60AD}"/>
              </a:ext>
            </a:extLst>
          </p:cNvPr>
          <p:cNvSpPr/>
          <p:nvPr/>
        </p:nvSpPr>
        <p:spPr>
          <a:xfrm>
            <a:off x="6239249" y="-4676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5FD6100-0E1E-D74C-ACA3-25F795762653}"/>
              </a:ext>
            </a:extLst>
          </p:cNvPr>
          <p:cNvSpPr/>
          <p:nvPr/>
        </p:nvSpPr>
        <p:spPr>
          <a:xfrm>
            <a:off x="8191780" y="601739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D19A5B11-154F-2A44-8B88-A47A16621791}"/>
              </a:ext>
            </a:extLst>
          </p:cNvPr>
          <p:cNvSpPr/>
          <p:nvPr/>
        </p:nvSpPr>
        <p:spPr>
          <a:xfrm>
            <a:off x="10151035" y="16599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D8229943-BA11-DD46-B119-B762482373DA}"/>
              </a:ext>
            </a:extLst>
          </p:cNvPr>
          <p:cNvSpPr/>
          <p:nvPr/>
        </p:nvSpPr>
        <p:spPr>
          <a:xfrm>
            <a:off x="12103135" y="27237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2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47323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0205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do Neg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27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873158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7.sv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7.sv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3B51F0F3-F787-7DA4-A454-2C9C6895CE9A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347" y="-54819"/>
            <a:ext cx="5829300" cy="5056742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882DBA80-EC55-28CF-54FC-1937C252447D}"/>
              </a:ext>
            </a:extLst>
          </p:cNvPr>
          <p:cNvGrpSpPr/>
          <p:nvPr/>
        </p:nvGrpSpPr>
        <p:grpSpPr>
          <a:xfrm>
            <a:off x="124688" y="17508"/>
            <a:ext cx="8943593" cy="4984415"/>
            <a:chOff x="166250" y="23344"/>
            <a:chExt cx="11924791" cy="6645886"/>
          </a:xfrm>
        </p:grpSpPr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83CC4FE1-072C-F7D6-505E-9E94AF1CB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80309" y="23344"/>
              <a:ext cx="1210732" cy="681037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F64D21AB-CC81-6EDC-0026-CD1986FC7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6250" y="160009"/>
              <a:ext cx="361950" cy="383241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53D057C2-A169-303F-571B-0D4723013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6200000">
              <a:off x="11651925" y="6296634"/>
              <a:ext cx="361950" cy="383241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B0F2B6-03A3-E5EA-5E3D-0F858692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53158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41683-EA1A-B420-F4A0-914017E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53158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Primer nivel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  <a:p>
            <a:pPr lvl="5"/>
            <a:r>
              <a:rPr lang="es-ES" dirty="0"/>
              <a:t>Sexto nivel</a:t>
            </a:r>
          </a:p>
        </p:txBody>
      </p:sp>
    </p:spTree>
    <p:extLst>
      <p:ext uri="{BB962C8B-B14F-4D97-AF65-F5344CB8AC3E}">
        <p14:creationId xmlns:p14="http://schemas.microsoft.com/office/powerpoint/2010/main" val="236100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CDB0EC7-7948-88B0-5346-0ABF375F16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12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4" name="Gráfico 8">
            <a:extLst>
              <a:ext uri="{FF2B5EF4-FFF2-40B4-BE49-F238E27FC236}">
                <a16:creationId xmlns:a16="http://schemas.microsoft.com/office/drawing/2014/main" id="{31D24A6D-8DA3-74C1-A569-520F3D0F929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5" name="Gráfico 9">
            <a:extLst>
              <a:ext uri="{FF2B5EF4-FFF2-40B4-BE49-F238E27FC236}">
                <a16:creationId xmlns:a16="http://schemas.microsoft.com/office/drawing/2014/main" id="{0121A7EA-A248-1AB7-CBCA-C91F60EA88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6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35D4BB-98F4-5099-0C48-131F342678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7" name="Grupo 12">
            <a:extLst>
              <a:ext uri="{FF2B5EF4-FFF2-40B4-BE49-F238E27FC236}">
                <a16:creationId xmlns:a16="http://schemas.microsoft.com/office/drawing/2014/main" id="{A1F13920-8C38-EAB6-0A8B-779662AF9192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11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49CC5EEC-BE5B-68CF-5C0D-51240366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4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2D109848-8233-A172-DEAB-E22D86C1C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4749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openai.com/en/collections/3742473-chatgpt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2371725"/>
            <a:ext cx="1300163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570" y="286104"/>
            <a:ext cx="4517616" cy="4571291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D70244F1-94E9-16DF-855A-380CA2E251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5065" y="1930674"/>
            <a:ext cx="3593586" cy="1158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E0ABE928-D7E4-E2EE-60B1-8EA460690DEE}"/>
              </a:ext>
            </a:extLst>
          </p:cNvPr>
          <p:cNvSpPr/>
          <p:nvPr/>
        </p:nvSpPr>
        <p:spPr>
          <a:xfrm rot="16200000">
            <a:off x="5359414" y="834514"/>
            <a:ext cx="3229523" cy="4339652"/>
          </a:xfrm>
          <a:prstGeom prst="round2SameRect">
            <a:avLst>
              <a:gd name="adj1" fmla="val 4695"/>
              <a:gd name="adj2" fmla="val 0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806F3D2-B39A-C33E-719E-8A8C01114B2A}"/>
              </a:ext>
            </a:extLst>
          </p:cNvPr>
          <p:cNvSpPr/>
          <p:nvPr/>
        </p:nvSpPr>
        <p:spPr>
          <a:xfrm>
            <a:off x="471488" y="576263"/>
            <a:ext cx="2662238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>
              <a:latin typeface="+mj-lt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9844A0C-58E8-E58A-F2D1-DF523FC6E0E4}"/>
              </a:ext>
            </a:extLst>
          </p:cNvPr>
          <p:cNvSpPr/>
          <p:nvPr/>
        </p:nvSpPr>
        <p:spPr>
          <a:xfrm>
            <a:off x="471488" y="258660"/>
            <a:ext cx="3119438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Bienvenidos</a:t>
            </a:r>
            <a:endParaRPr lang="en-US" sz="3600" dirty="0"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26435A1-DDFD-CBB3-401A-34E38DA6ACFE}"/>
              </a:ext>
            </a:extLst>
          </p:cNvPr>
          <p:cNvSpPr/>
          <p:nvPr/>
        </p:nvSpPr>
        <p:spPr>
          <a:xfrm>
            <a:off x="471487" y="746644"/>
            <a:ext cx="3718263" cy="52790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Módulos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</a:t>
            </a: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capacitación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Chat GPT 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de </a:t>
            </a:r>
            <a:r>
              <a:rPr lang="en-US" sz="1000" dirty="0" err="1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Básico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a Avanzado.</a:t>
            </a:r>
            <a:endParaRPr lang="en-US" sz="10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3404380-6690-FA97-CA9D-BF39E99DDF5D}"/>
              </a:ext>
            </a:extLst>
          </p:cNvPr>
          <p:cNvSpPr/>
          <p:nvPr/>
        </p:nvSpPr>
        <p:spPr>
          <a:xfrm>
            <a:off x="471488" y="1259239"/>
            <a:ext cx="3718262" cy="88639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165"/>
              </a:lnSpc>
              <a:buNone/>
            </a:pPr>
            <a:r>
              <a:rPr lang="en-US" sz="24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queremos lograr juntos</a:t>
            </a:r>
            <a:endParaRPr lang="en-US" sz="2400" dirty="0">
              <a:latin typeface="+mj-lt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96F8D63-F762-A57C-2037-9F0529C0B889}"/>
              </a:ext>
            </a:extLst>
          </p:cNvPr>
          <p:cNvSpPr/>
          <p:nvPr/>
        </p:nvSpPr>
        <p:spPr>
          <a:xfrm>
            <a:off x="471488" y="2208153"/>
            <a:ext cx="3718263" cy="244169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b="1" dirty="0"/>
              <a:t>Potenciar la productividad y la eficiencia</a:t>
            </a:r>
            <a:r>
              <a:rPr lang="es-MX" sz="800" dirty="0"/>
              <a:t> en sus tareas diarias mediante la adopción integral de </a:t>
            </a:r>
            <a:r>
              <a:rPr lang="es-MX" sz="800" dirty="0" err="1"/>
              <a:t>ChatGPT</a:t>
            </a:r>
            <a:r>
              <a:rPr lang="es-MX" sz="800" dirty="0"/>
              <a:t> Enterprise como asistente personal. Buscamos que todo el equipo adquiera las competencias necesarias para utilizar esta herramienta de forma </a:t>
            </a:r>
            <a:r>
              <a:rPr lang="es-MX" sz="800" b="1" dirty="0"/>
              <a:t>segura, autónoma y responsable</a:t>
            </a:r>
            <a:r>
              <a:rPr lang="es-MX" sz="800" dirty="0"/>
              <a:t>, reduciendo la curva de aprendizaje y garantizando el cumplimiento de las políticas de seguridad de la información de </a:t>
            </a:r>
            <a:r>
              <a:rPr lang="es-MX" sz="800" dirty="0" err="1"/>
              <a:t>Solclef</a:t>
            </a:r>
            <a:r>
              <a:rPr lang="es-MX" sz="800" dirty="0"/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dirty="0"/>
              <a:t>A través de un enfoque práctico y personalizado, trabajaremos con </a:t>
            </a:r>
            <a:r>
              <a:rPr lang="es-MX" sz="800" b="1" dirty="0"/>
              <a:t>casos de uso reales adaptados a sus diferentes áreas, </a:t>
            </a:r>
            <a:r>
              <a:rPr lang="es-MX" sz="800" dirty="0"/>
              <a:t>para asegurar una aplicación inmediata al puesto de trabajo. Esta iniciativa no solo habilitará el uso cotidiano de la inteligencia artificial, sino que también formará a un grupo de expertos internos encargados de liderar la innovación continua y maximizar el valor de esta tecnología en la organización."</a:t>
            </a:r>
            <a:endParaRPr lang="es-MX" sz="800" dirty="0">
              <a:effectLst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EA5980D-B88E-9B0D-8FFD-1599FB9EE192}"/>
              </a:ext>
            </a:extLst>
          </p:cNvPr>
          <p:cNvSpPr/>
          <p:nvPr/>
        </p:nvSpPr>
        <p:spPr>
          <a:xfrm>
            <a:off x="461962" y="3714750"/>
            <a:ext cx="2857500" cy="928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61790544-72EE-7509-C2D8-36EEE490D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9023" y="2224817"/>
            <a:ext cx="3593586" cy="1158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76200"/>
            <a:ext cx="4929188" cy="498633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712369" y="205928"/>
            <a:ext cx="171450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87"/>
              </a:lnSpc>
              <a:buNone/>
            </a:pP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vamos a hacer </a:t>
            </a:r>
            <a:r>
              <a:rPr lang="en-US" sz="9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hoy</a:t>
            </a:r>
            <a:endParaRPr lang="en-US" sz="9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4DBF2E3-FD23-ABA1-3589-3B1F359A4875}"/>
              </a:ext>
            </a:extLst>
          </p:cNvPr>
          <p:cNvSpPr/>
          <p:nvPr/>
        </p:nvSpPr>
        <p:spPr>
          <a:xfrm>
            <a:off x="3393282" y="379476"/>
            <a:ext cx="2352675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4 </a:t>
            </a:r>
            <a:endParaRPr lang="en-US" sz="36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CD312B3-910A-C9DC-453B-5A710E684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41864" y="1082207"/>
            <a:ext cx="4236441" cy="385536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 dirty="0">
              <a:ln w="12700">
                <a:solidFill>
                  <a:schemeClr val="accent1"/>
                </a:solidFill>
              </a:ln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FE912FF-D501-03E7-D1C8-B3EBBD0443F6}"/>
              </a:ext>
            </a:extLst>
          </p:cNvPr>
          <p:cNvSpPr/>
          <p:nvPr/>
        </p:nvSpPr>
        <p:spPr>
          <a:xfrm>
            <a:off x="3018743" y="1099999"/>
            <a:ext cx="2105025" cy="23431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D067C68-2A0B-40EA-CBB6-9603204226A9}"/>
              </a:ext>
            </a:extLst>
          </p:cNvPr>
          <p:cNvSpPr/>
          <p:nvPr/>
        </p:nvSpPr>
        <p:spPr>
          <a:xfrm>
            <a:off x="3094943" y="1214299"/>
            <a:ext cx="1952625" cy="21145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33DB898A-BC91-0582-0F8C-E1F7247B9AF3}"/>
              </a:ext>
            </a:extLst>
          </p:cNvPr>
          <p:cNvSpPr/>
          <p:nvPr/>
        </p:nvSpPr>
        <p:spPr>
          <a:xfrm>
            <a:off x="3732506" y="1214299"/>
            <a:ext cx="1952625" cy="2809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5224B60-415A-9EED-1F01-9417C0457EB9}"/>
              </a:ext>
            </a:extLst>
          </p:cNvPr>
          <p:cNvSpPr/>
          <p:nvPr/>
        </p:nvSpPr>
        <p:spPr>
          <a:xfrm>
            <a:off x="3732506" y="1214299"/>
            <a:ext cx="1952625" cy="80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215FD1B-27FC-919A-5D70-D58E1779AF8E}"/>
              </a:ext>
            </a:extLst>
          </p:cNvPr>
          <p:cNvSpPr/>
          <p:nvPr/>
        </p:nvSpPr>
        <p:spPr>
          <a:xfrm>
            <a:off x="2749576" y="1871762"/>
            <a:ext cx="3816617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Organiza tu trabajo usando el historial, la búsqueda, el archivado y las carpetas de proyectos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A7AD391-B6FA-DDB7-B9CA-FFDBC1861E06}"/>
              </a:ext>
            </a:extLst>
          </p:cNvPr>
          <p:cNvSpPr/>
          <p:nvPr/>
        </p:nvSpPr>
        <p:spPr>
          <a:xfrm>
            <a:off x="2742587" y="1242789"/>
            <a:ext cx="3823605" cy="31021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1780"/>
              </a:lnSpc>
              <a:buNone/>
            </a:pP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</a:t>
            </a:r>
            <a:r>
              <a:rPr lang="es-MX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endParaRPr lang="en-US" sz="1400" b="1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74D6384-50AC-D368-8BF7-D98885B4EDAD}"/>
              </a:ext>
            </a:extLst>
          </p:cNvPr>
          <p:cNvSpPr/>
          <p:nvPr/>
        </p:nvSpPr>
        <p:spPr>
          <a:xfrm>
            <a:off x="2742588" y="1627379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Barra Lateral y Gestión de Chats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CA2EE6B7-2DFC-B578-A201-7CEDF90EEA5B}"/>
              </a:ext>
            </a:extLst>
          </p:cNvPr>
          <p:cNvSpPr/>
          <p:nvPr/>
        </p:nvSpPr>
        <p:spPr>
          <a:xfrm>
            <a:off x="2742588" y="4485258"/>
            <a:ext cx="2711034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Sesión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preguntas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(10 Min)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47C18BE-DD4A-B1F4-9C7F-066351593611}"/>
              </a:ext>
            </a:extLst>
          </p:cNvPr>
          <p:cNvSpPr/>
          <p:nvPr/>
        </p:nvSpPr>
        <p:spPr>
          <a:xfrm>
            <a:off x="2749576" y="2586231"/>
            <a:ext cx="3816617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Domina el selector de modelos, la carga de archivos, la búsqueda web, </a:t>
            </a:r>
            <a:r>
              <a:rPr lang="es-MX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Canvas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y los modos de voz.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29C4D66-395A-C961-EC81-3940951D9C7C}"/>
              </a:ext>
            </a:extLst>
          </p:cNvPr>
          <p:cNvSpPr/>
          <p:nvPr/>
        </p:nvSpPr>
        <p:spPr>
          <a:xfrm>
            <a:off x="2742588" y="2341848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Caja de Chat y Herramientas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3832A90-88A9-0B27-C280-A6A5D230971F}"/>
              </a:ext>
            </a:extLst>
          </p:cNvPr>
          <p:cNvSpPr/>
          <p:nvPr/>
        </p:nvSpPr>
        <p:spPr>
          <a:xfrm>
            <a:off x="2749576" y="3300700"/>
            <a:ext cx="3816617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Configura instrucciones personalizadas y gestiona la memoria para que la IA se adapte a ti.</a:t>
            </a: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48F665FB-D5F6-54D4-0DED-CFEE37C450B0}"/>
              </a:ext>
            </a:extLst>
          </p:cNvPr>
          <p:cNvSpPr/>
          <p:nvPr/>
        </p:nvSpPr>
        <p:spPr>
          <a:xfrm>
            <a:off x="2742588" y="3056317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Personalización y Memoria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09C24FE0-B1BE-1B93-4C6D-B996CB5BA985}"/>
              </a:ext>
            </a:extLst>
          </p:cNvPr>
          <p:cNvSpPr/>
          <p:nvPr/>
        </p:nvSpPr>
        <p:spPr>
          <a:xfrm>
            <a:off x="2749576" y="4015169"/>
            <a:ext cx="3816617" cy="4847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Ajusta los controles de datos, la privacidad del entrenamiento y la seguridad de tu cuenta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4006B0AB-BA1D-2DDE-B1FA-416927BB54A6}"/>
              </a:ext>
            </a:extLst>
          </p:cNvPr>
          <p:cNvSpPr/>
          <p:nvPr/>
        </p:nvSpPr>
        <p:spPr>
          <a:xfrm>
            <a:off x="2742588" y="3770786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Seguridad y Configuración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0820-31AD-9F30-C881-F73737C4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4CF21FE-4137-4460-DA4F-BC5F56EE58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723D6C-E7A0-73EF-09A8-5278716C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1923111"/>
            <a:ext cx="6368089" cy="1297278"/>
          </a:xfrm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Conociendo el </a:t>
            </a:r>
            <a:r>
              <a:rPr lang="es-MX" dirty="0" err="1"/>
              <a:t>Frontend</a:t>
            </a:r>
            <a:r>
              <a:rPr lang="es-MX" dirty="0"/>
              <a:t> de Chat GPT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33D0F6-641E-C9F3-67EC-7977C82132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615123" y="3318222"/>
            <a:ext cx="3913754" cy="528350"/>
          </a:xfr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1000" dirty="0"/>
              <a:t>Objetivo</a:t>
            </a:r>
            <a:r>
              <a:rPr lang="es-MX" sz="1000" b="0" dirty="0"/>
              <a:t>: Conocer y aprender cada una de las funcionalidades de la interfaz de la herramienta.</a:t>
            </a:r>
            <a:endParaRPr lang="es-CO" sz="1000" b="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9FE1DB5-51D0-266D-6DEA-7705F836CB20}"/>
              </a:ext>
            </a:extLst>
          </p:cNvPr>
          <p:cNvSpPr/>
          <p:nvPr/>
        </p:nvSpPr>
        <p:spPr>
          <a:xfrm>
            <a:off x="1817753" y="556550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10033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F51C244-26B1-BCCE-E02E-CF343A9A2C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DBBE08-FEE1-5DB7-896B-6BFFFABA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8087-79DF-33D6-0877-75C70DA3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49E4F3-D878-06D5-CFCC-2A44FE79D9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E5E4AF-18F7-4C85-E65C-B410DC4A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1B018E-7EBA-2324-83B9-8AFC6E19E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3D1CBC8-A8D9-C22D-2985-35F51A978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A2076C2-0A95-3766-6320-570637049DCA}"/>
              </a:ext>
            </a:extLst>
          </p:cNvPr>
          <p:cNvSpPr>
            <a:spLocks/>
          </p:cNvSpPr>
          <p:nvPr/>
        </p:nvSpPr>
        <p:spPr>
          <a:xfrm>
            <a:off x="527669" y="1325670"/>
            <a:ext cx="3737443" cy="293444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A59670-C0ED-A97C-BCF7-610CD10F1EC6}"/>
              </a:ext>
            </a:extLst>
          </p:cNvPr>
          <p:cNvSpPr txBox="1"/>
          <p:nvPr/>
        </p:nvSpPr>
        <p:spPr>
          <a:xfrm>
            <a:off x="640011" y="1424256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Nuevo Chat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4D60D09-9764-9BDA-98D3-A12E044A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04719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4A6DA72-92E8-76C8-A770-682BE4845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733395"/>
            <a:ext cx="3327607" cy="297517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Inicia una conversación desde cero.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EEFEB1-8218-3B44-BA98-A06C1EC3F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451152"/>
            <a:ext cx="3327607" cy="1708160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Hacer una pregunta nueva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Empezar una tarea diferente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Evitar que </a:t>
            </a:r>
            <a:r>
              <a:rPr lang="es-MX" sz="1000" dirty="0" err="1"/>
              <a:t>ChatGPT</a:t>
            </a:r>
            <a:r>
              <a:rPr lang="es-MX" sz="1000" dirty="0"/>
              <a:t> se confunda con temas anteriores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None/>
            </a:pPr>
            <a:r>
              <a:rPr lang="es-MX" sz="1000" dirty="0"/>
              <a:t>👉 </a:t>
            </a:r>
            <a:r>
              <a:rPr lang="es-MX" sz="1000" i="1" dirty="0"/>
              <a:t>Úsalo cuando cambies de tema o quieras empezar “en limpio”</a:t>
            </a:r>
            <a:r>
              <a:rPr lang="es-MX" sz="1000" dirty="0"/>
              <a:t>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450A75C-0082-C44A-0282-51324A5EA77B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BFED31-9783-DE5D-4C87-74AB24653BD8}"/>
              </a:ext>
            </a:extLst>
          </p:cNvPr>
          <p:cNvSpPr txBox="1"/>
          <p:nvPr/>
        </p:nvSpPr>
        <p:spPr>
          <a:xfrm>
            <a:off x="640011" y="2081915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FE79D21-3839-78C9-F52C-EFA786766337}"/>
              </a:ext>
            </a:extLst>
          </p:cNvPr>
          <p:cNvSpPr>
            <a:spLocks/>
          </p:cNvSpPr>
          <p:nvPr/>
        </p:nvSpPr>
        <p:spPr>
          <a:xfrm>
            <a:off x="4878888" y="1325670"/>
            <a:ext cx="3737443" cy="293444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0A62B4-60A0-26C1-A827-FE47D352509E}"/>
              </a:ext>
            </a:extLst>
          </p:cNvPr>
          <p:cNvSpPr txBox="1"/>
          <p:nvPr/>
        </p:nvSpPr>
        <p:spPr>
          <a:xfrm>
            <a:off x="4991229" y="1424256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Buscar chats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6AB4294F-9532-962E-3BA1-05F20032C2E5}"/>
              </a:ext>
            </a:extLst>
          </p:cNvPr>
          <p:cNvSpPr txBox="1">
            <a:spLocks/>
          </p:cNvSpPr>
          <p:nvPr/>
        </p:nvSpPr>
        <p:spPr>
          <a:xfrm>
            <a:off x="5085249" y="1733395"/>
            <a:ext cx="3418740" cy="2975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Un buscador de conversaciones anteriores.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2B73F65E-21E0-7294-41BE-93C3BC38ED7B}"/>
              </a:ext>
            </a:extLst>
          </p:cNvPr>
          <p:cNvSpPr txBox="1">
            <a:spLocks/>
          </p:cNvSpPr>
          <p:nvPr/>
        </p:nvSpPr>
        <p:spPr>
          <a:xfrm>
            <a:off x="5085249" y="2439345"/>
            <a:ext cx="3324721" cy="152862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</a:pPr>
            <a:r>
              <a:rPr lang="es-MX" dirty="0"/>
              <a:t>Encontrar un chat viejo</a:t>
            </a:r>
          </a:p>
          <a:p>
            <a:pPr>
              <a:lnSpc>
                <a:spcPct val="150000"/>
              </a:lnSpc>
            </a:pPr>
            <a:r>
              <a:rPr lang="es-MX" dirty="0"/>
              <a:t>Recuperar una respuesta que ya te dieron</a:t>
            </a:r>
          </a:p>
          <a:p>
            <a:pPr>
              <a:lnSpc>
                <a:spcPct val="150000"/>
              </a:lnSpc>
            </a:pPr>
            <a:r>
              <a:rPr lang="es-MX" dirty="0"/>
              <a:t>Volver a un trabajo que estabas haciendo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dirty="0"/>
              <a:t>👉 Ideal si recuerdas “más o menos” el tema pero no dónde quedó.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87F4F-5D4D-1FB5-F662-DF5647D3F2E4}"/>
              </a:ext>
            </a:extLst>
          </p:cNvPr>
          <p:cNvSpPr txBox="1"/>
          <p:nvPr/>
        </p:nvSpPr>
        <p:spPr>
          <a:xfrm>
            <a:off x="4991230" y="2081915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852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18F-9EA3-41D4-CF2B-65F46C51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868ECE5-FDC3-0089-688E-1DEF6F72271B}"/>
              </a:ext>
            </a:extLst>
          </p:cNvPr>
          <p:cNvSpPr>
            <a:spLocks/>
          </p:cNvSpPr>
          <p:nvPr/>
        </p:nvSpPr>
        <p:spPr>
          <a:xfrm>
            <a:off x="527669" y="1226433"/>
            <a:ext cx="3737443" cy="2962795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4ACA76-3331-2FFC-5C55-64CA11BC84F8}"/>
              </a:ext>
            </a:extLst>
          </p:cNvPr>
          <p:cNvSpPr txBox="1"/>
          <p:nvPr/>
        </p:nvSpPr>
        <p:spPr>
          <a:xfrm>
            <a:off x="640011" y="1325670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Biblioteca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E976482-120F-AB7D-23AB-DB0A34FC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33072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F8AF5E5-F8E6-E7EE-890C-D56E7F78B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602153"/>
            <a:ext cx="3327607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Un espacio donde se guardan contenidos útiles generados o guardados.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E6D3FB-C0BC-3734-0574-1425B0BDD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497269"/>
            <a:ext cx="3327607" cy="1528624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Reutilizar ideas, textos o recursos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Acceder a materiales guardados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Tener referencias sin volver a preguntar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CO" sz="1000" dirty="0"/>
              <a:t>👉 Funciona como una “carpeta personal” dentro de </a:t>
            </a:r>
            <a:r>
              <a:rPr lang="es-CO" sz="1000" dirty="0" err="1"/>
              <a:t>ChatGPT</a:t>
            </a:r>
            <a:endParaRPr lang="es-CO" sz="1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B1D8A3F-D26A-B056-CD81-A4382CBCB000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BBB87A-ED2B-8CD8-5723-645B8D7ED9BD}"/>
              </a:ext>
            </a:extLst>
          </p:cNvPr>
          <p:cNvSpPr txBox="1"/>
          <p:nvPr/>
        </p:nvSpPr>
        <p:spPr>
          <a:xfrm>
            <a:off x="640011" y="2128032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DDC7F4E-E154-E8CF-C8AD-DC4907CC76A8}"/>
              </a:ext>
            </a:extLst>
          </p:cNvPr>
          <p:cNvSpPr>
            <a:spLocks/>
          </p:cNvSpPr>
          <p:nvPr/>
        </p:nvSpPr>
        <p:spPr>
          <a:xfrm>
            <a:off x="4878888" y="1226433"/>
            <a:ext cx="3737443" cy="2962795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DD79256-1382-2275-65FA-281C1D11B7AC}"/>
              </a:ext>
            </a:extLst>
          </p:cNvPr>
          <p:cNvSpPr txBox="1"/>
          <p:nvPr/>
        </p:nvSpPr>
        <p:spPr>
          <a:xfrm>
            <a:off x="4991229" y="1325670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Aplicaciones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D888217D-9D61-35B0-C103-E8173DE13A12}"/>
              </a:ext>
            </a:extLst>
          </p:cNvPr>
          <p:cNvSpPr txBox="1">
            <a:spLocks/>
          </p:cNvSpPr>
          <p:nvPr/>
        </p:nvSpPr>
        <p:spPr>
          <a:xfrm>
            <a:off x="5085249" y="1602153"/>
            <a:ext cx="3418740" cy="2975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Acceso a herramientas especiales dentro de </a:t>
            </a:r>
            <a:r>
              <a:rPr lang="es-MX" sz="1000" dirty="0" err="1"/>
              <a:t>ChatGPT</a:t>
            </a:r>
            <a:r>
              <a:rPr lang="es-MX" sz="1000" dirty="0"/>
              <a:t>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84BB0508-2609-594C-B2A8-96CC623962DD}"/>
              </a:ext>
            </a:extLst>
          </p:cNvPr>
          <p:cNvSpPr txBox="1">
            <a:spLocks/>
          </p:cNvSpPr>
          <p:nvPr/>
        </p:nvSpPr>
        <p:spPr>
          <a:xfrm>
            <a:off x="5085249" y="2250955"/>
            <a:ext cx="3324721" cy="16568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dirty="0"/>
              <a:t>Usar funciones avanzadas (ej. análisis, creación de imágenes, archivos, etc.)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MX" dirty="0"/>
              <a:t>Resolver tareas más complejas que solo escribir texto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MX" dirty="0"/>
              <a:t>👉 </a:t>
            </a:r>
            <a:r>
              <a:rPr lang="es-MX" i="1" dirty="0"/>
              <a:t>Aquí </a:t>
            </a:r>
            <a:r>
              <a:rPr lang="es-MX" i="1" dirty="0" err="1"/>
              <a:t>ChatGPT</a:t>
            </a:r>
            <a:r>
              <a:rPr lang="es-MX" i="1" dirty="0"/>
              <a:t> deja de ser solo “chat” y se vuelve una herramienta de trabajo</a:t>
            </a:r>
            <a:r>
              <a:rPr lang="es-MX" dirty="0"/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916DC3-B906-EBF7-C936-C52C31949017}"/>
              </a:ext>
            </a:extLst>
          </p:cNvPr>
          <p:cNvSpPr txBox="1"/>
          <p:nvPr/>
        </p:nvSpPr>
        <p:spPr>
          <a:xfrm>
            <a:off x="4991230" y="1893525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5091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0AD7-9C92-60A2-9CB6-31CCFDEF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BCBD572-0FB8-1740-1AF3-F249CD170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8888" y="1087642"/>
            <a:ext cx="3737443" cy="379711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CECA8B0-1FC6-278B-A723-4ED635DB4D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777" y="1087642"/>
            <a:ext cx="3737443" cy="379711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5C3987-BC04-2539-38C8-1A411574BAE0}"/>
              </a:ext>
            </a:extLst>
          </p:cNvPr>
          <p:cNvSpPr txBox="1"/>
          <p:nvPr/>
        </p:nvSpPr>
        <p:spPr>
          <a:xfrm>
            <a:off x="640011" y="1275964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Codex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040132C-5FCE-A3DE-9046-A047CF08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433072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162FE3-44BC-D985-2CBF-0E1C36B10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626942"/>
            <a:ext cx="3412668" cy="297517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Es la herramienta/agente de </a:t>
            </a:r>
            <a:r>
              <a:rPr lang="es-MX" sz="1000" dirty="0" err="1"/>
              <a:t>OpenAI</a:t>
            </a:r>
            <a:r>
              <a:rPr lang="es-MX" sz="1000" dirty="0"/>
              <a:t> para programación.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C338DE4-8E53-32D6-6EDD-F4B596629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230897"/>
            <a:ext cx="3327607" cy="2451953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Sirve para ayudarte a </a:t>
            </a:r>
            <a:r>
              <a:rPr lang="es-MX" sz="1000" b="1" dirty="0"/>
              <a:t>escribir código, entender un proyecto, corregir bugs, hacer </a:t>
            </a:r>
            <a:r>
              <a:rPr lang="es-MX" sz="1000" b="1" dirty="0" err="1"/>
              <a:t>refactors</a:t>
            </a:r>
            <a:r>
              <a:rPr lang="es-MX" sz="1000" b="1" dirty="0"/>
              <a:t> y trabajar sobre repositorios.</a:t>
            </a:r>
            <a:r>
              <a:rPr lang="es-MX" sz="1000" dirty="0"/>
              <a:t>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Los planes de </a:t>
            </a:r>
            <a:r>
              <a:rPr lang="es-CO" sz="1000" dirty="0" err="1"/>
              <a:t>ChatGPT</a:t>
            </a:r>
            <a:r>
              <a:rPr lang="es-CO" sz="1000" dirty="0"/>
              <a:t> que incluyen Codex son </a:t>
            </a:r>
            <a:r>
              <a:rPr lang="es-CO" sz="1000" b="1" dirty="0"/>
              <a:t>Plus, Pro, Business, Edu y Enterprise</a:t>
            </a:r>
            <a:r>
              <a:rPr lang="es-CO" sz="1000" dirty="0"/>
              <a:t>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1000" dirty="0"/>
              <a:t>Puede usarse en distintas superficies, como la nube, CLI, IDE y app de escritorio.</a:t>
            </a:r>
            <a:endParaRPr lang="es-CO" sz="1000" dirty="0"/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CO" sz="1000" dirty="0"/>
              <a:t>👉 Se refiere al </a:t>
            </a:r>
            <a:r>
              <a:rPr lang="es-CO" sz="1000" b="1" dirty="0"/>
              <a:t>agente moderno de </a:t>
            </a:r>
            <a:r>
              <a:rPr lang="es-CO" sz="1000" b="1" dirty="0" err="1"/>
              <a:t>coding</a:t>
            </a:r>
            <a:r>
              <a:rPr lang="es-CO" sz="1000" b="1" dirty="0"/>
              <a:t>/software </a:t>
            </a:r>
            <a:r>
              <a:rPr lang="es-CO" sz="1000" b="1" dirty="0" err="1"/>
              <a:t>engineering</a:t>
            </a:r>
            <a:r>
              <a:rPr lang="es-CO" sz="1000" dirty="0"/>
              <a:t> de </a:t>
            </a:r>
            <a:r>
              <a:rPr lang="es-CO" sz="1000" dirty="0" err="1"/>
              <a:t>OpenAI</a:t>
            </a:r>
            <a:r>
              <a:rPr lang="es-CO" sz="1000" dirty="0"/>
              <a:t>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7EFDD2D-8E6B-1742-C78A-18282987DB12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6C2FD22-5670-D2C9-170D-F48AB7B3C149}"/>
              </a:ext>
            </a:extLst>
          </p:cNvPr>
          <p:cNvSpPr txBox="1"/>
          <p:nvPr/>
        </p:nvSpPr>
        <p:spPr>
          <a:xfrm>
            <a:off x="640011" y="1982554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8B43D6-25C8-1920-C574-3D7E59B197E0}"/>
              </a:ext>
            </a:extLst>
          </p:cNvPr>
          <p:cNvSpPr txBox="1"/>
          <p:nvPr/>
        </p:nvSpPr>
        <p:spPr>
          <a:xfrm>
            <a:off x="4991229" y="1186879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Deep </a:t>
            </a:r>
            <a:r>
              <a:rPr lang="es-MX" sz="1200" b="1" i="0" u="none" strike="noStrike" dirty="0" err="1">
                <a:solidFill>
                  <a:srgbClr val="1F1F1F"/>
                </a:solidFill>
                <a:effectLst/>
                <a:latin typeface="+mj-lt"/>
              </a:rPr>
              <a:t>research</a:t>
            </a: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 (Investigación profunda)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3D038E46-F5B5-7139-41B6-3114D4E5E06F}"/>
              </a:ext>
            </a:extLst>
          </p:cNvPr>
          <p:cNvSpPr txBox="1">
            <a:spLocks/>
          </p:cNvSpPr>
          <p:nvPr/>
        </p:nvSpPr>
        <p:spPr>
          <a:xfrm>
            <a:off x="5085249" y="1559778"/>
            <a:ext cx="3418740" cy="122084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Deep </a:t>
            </a:r>
            <a:r>
              <a:rPr lang="es-MX" sz="1000" dirty="0" err="1"/>
              <a:t>Research</a:t>
            </a:r>
            <a:r>
              <a:rPr lang="es-MX" sz="1000" dirty="0"/>
              <a:t> sirve para </a:t>
            </a:r>
            <a:r>
              <a:rPr lang="es-MX" sz="1000" b="1" dirty="0"/>
              <a:t>investigar temas complejos de forma más rigurosa. </a:t>
            </a:r>
            <a:r>
              <a:rPr lang="es-MX" sz="1000" dirty="0"/>
              <a:t>Esta función puede </a:t>
            </a:r>
            <a:r>
              <a:rPr lang="es-MX" sz="1000" b="1" dirty="0"/>
              <a:t>buscar en la web, usar archivos que se suban, consultar ciertas apps conectadas y entregar un informe estructurado con citas o enlaces de respaldo</a:t>
            </a:r>
            <a:r>
              <a:rPr lang="es-MX" sz="1000" dirty="0"/>
              <a:t>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A4092195-6973-06EC-ECD7-75FBA08ADB59}"/>
              </a:ext>
            </a:extLst>
          </p:cNvPr>
          <p:cNvSpPr txBox="1">
            <a:spLocks/>
          </p:cNvSpPr>
          <p:nvPr/>
        </p:nvSpPr>
        <p:spPr>
          <a:xfrm>
            <a:off x="5085249" y="3155752"/>
            <a:ext cx="2346425" cy="168251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dirty="0"/>
              <a:t>Comparar opciones antes de tomar una decisión,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dirty="0"/>
              <a:t>Entender un tema a fondo,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dirty="0"/>
              <a:t>Resumir muchas fuentes en una sola respuesta,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dirty="0"/>
              <a:t>Armar un reporte con referencias verificables.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0585A7-E3EC-8BE2-1123-D7CBB1034BF5}"/>
              </a:ext>
            </a:extLst>
          </p:cNvPr>
          <p:cNvSpPr txBox="1"/>
          <p:nvPr/>
        </p:nvSpPr>
        <p:spPr>
          <a:xfrm>
            <a:off x="4991230" y="2815546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F28BCCC-A7AD-4F26-BA4B-F3290D2E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674" y="2922150"/>
            <a:ext cx="1712326" cy="2082559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D8ABD6E2-862E-F704-AA13-2AAE6107625A}"/>
              </a:ext>
            </a:extLst>
          </p:cNvPr>
          <p:cNvSpPr/>
          <p:nvPr/>
        </p:nvSpPr>
        <p:spPr>
          <a:xfrm>
            <a:off x="7215963" y="4376502"/>
            <a:ext cx="1481400" cy="297517"/>
          </a:xfrm>
          <a:prstGeom prst="rect">
            <a:avLst/>
          </a:prstGeom>
          <a:solidFill>
            <a:srgbClr val="F78C3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5F0E98-1628-0F09-E934-29F9F5F515F8}"/>
              </a:ext>
            </a:extLst>
          </p:cNvPr>
          <p:cNvSpPr txBox="1"/>
          <p:nvPr/>
        </p:nvSpPr>
        <p:spPr>
          <a:xfrm>
            <a:off x="8002060" y="1133381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CU0</a:t>
            </a:r>
          </a:p>
        </p:txBody>
      </p:sp>
    </p:spTree>
    <p:extLst>
      <p:ext uri="{BB962C8B-B14F-4D97-AF65-F5344CB8AC3E}">
        <p14:creationId xmlns:p14="http://schemas.microsoft.com/office/powerpoint/2010/main" val="252548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6DEA-706E-4B16-D4B3-15D32DEF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2F0D00-2327-663B-852D-EF48FA5097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CA44ED-6EAE-F3BD-29B2-F866ABD7D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F34D130-873D-C043-DD0D-618295DCE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CD878B-DDF6-57A3-F9EF-82E48F23F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7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458D-A5B6-A80A-C32C-4FABD480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997AE8B-B215-C2DF-9900-C7BC1ECFDC6E}"/>
              </a:ext>
            </a:extLst>
          </p:cNvPr>
          <p:cNvSpPr>
            <a:spLocks/>
          </p:cNvSpPr>
          <p:nvPr/>
        </p:nvSpPr>
        <p:spPr>
          <a:xfrm>
            <a:off x="527669" y="925749"/>
            <a:ext cx="3905538" cy="4097796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07C378-0A39-A3BD-0958-41E09672A5DF}"/>
              </a:ext>
            </a:extLst>
          </p:cNvPr>
          <p:cNvSpPr txBox="1"/>
          <p:nvPr/>
        </p:nvSpPr>
        <p:spPr>
          <a:xfrm>
            <a:off x="640011" y="876765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 err="1">
                <a:solidFill>
                  <a:srgbClr val="1F1F1F"/>
                </a:solidFill>
                <a:effectLst/>
                <a:latin typeface="+mj-lt"/>
              </a:rPr>
              <a:t>GPTs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EA69104-7424-347A-1786-645F3983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3693BCE-6A83-2B01-3CCD-96A00B9A5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153248"/>
            <a:ext cx="3593042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Son </a:t>
            </a:r>
            <a:r>
              <a:rPr lang="es-MX" sz="1000" dirty="0" err="1"/>
              <a:t>ChatGPTs</a:t>
            </a:r>
            <a:r>
              <a:rPr lang="es-MX" sz="1000" dirty="0"/>
              <a:t> especializados, ya configurados para una tarea específica.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739C5E-7F1C-EE22-8809-857F3395C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1914380"/>
            <a:ext cx="3687060" cy="3103414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No empezar desde cero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Usar un asistente “entrenado” para algo concreto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Seguir una forma de trabajar ya definida</a:t>
            </a:r>
          </a:p>
          <a:p>
            <a:pPr marL="0" indent="0">
              <a:lnSpc>
                <a:spcPct val="100000"/>
              </a:lnSpc>
              <a:buClr>
                <a:schemeClr val="accent1"/>
              </a:buClr>
              <a:buNone/>
            </a:pPr>
            <a:r>
              <a:rPr lang="es-MX" sz="900" b="1" dirty="0"/>
              <a:t>Ejemplos: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GPT para escribir correos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GPT para marketing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GPT para análisis de documentos</a:t>
            </a:r>
          </a:p>
          <a:p>
            <a:pPr>
              <a:lnSpc>
                <a:spcPct val="100000"/>
              </a:lnSpc>
              <a:buClr>
                <a:schemeClr val="accent1"/>
              </a:buClr>
            </a:pPr>
            <a:r>
              <a:rPr lang="es-MX" sz="900" dirty="0"/>
              <a:t>GPT para RRHH o soporte</a:t>
            </a:r>
          </a:p>
          <a:p>
            <a:pPr marL="0" indent="0">
              <a:lnSpc>
                <a:spcPct val="100000"/>
              </a:lnSpc>
              <a:buClr>
                <a:schemeClr val="accent1"/>
              </a:buClr>
              <a:buNone/>
            </a:pPr>
            <a:r>
              <a:rPr lang="es-MX" sz="900" dirty="0"/>
              <a:t>👉 Tú no le explicas todo: </a:t>
            </a:r>
            <a:r>
              <a:rPr lang="es-MX" sz="900" b="1" dirty="0"/>
              <a:t>ya viene preparado</a:t>
            </a:r>
            <a:r>
              <a:rPr lang="es-MX" sz="900" dirty="0"/>
              <a:t>.</a:t>
            </a:r>
          </a:p>
          <a:p>
            <a:pPr marL="0" indent="0">
              <a:lnSpc>
                <a:spcPct val="100000"/>
              </a:lnSpc>
              <a:buClr>
                <a:schemeClr val="accent1"/>
              </a:buClr>
              <a:buNone/>
            </a:pPr>
            <a:r>
              <a:rPr lang="es-MX" sz="900" b="1" dirty="0"/>
              <a:t>Cómo pensar en “</a:t>
            </a:r>
            <a:r>
              <a:rPr lang="es-MX" sz="900" b="1" dirty="0" err="1"/>
              <a:t>GPTs</a:t>
            </a:r>
            <a:r>
              <a:rPr lang="es-MX" sz="900" b="1" dirty="0"/>
              <a:t>”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900" dirty="0"/>
              <a:t>👉 </a:t>
            </a:r>
            <a:r>
              <a:rPr lang="es-MX" sz="900" i="1" dirty="0"/>
              <a:t>“Un GPT = un rol o asistente listo para usar”</a:t>
            </a:r>
            <a:br>
              <a:rPr lang="es-MX" sz="900" dirty="0"/>
            </a:br>
            <a:r>
              <a:rPr lang="es-MX" sz="900" dirty="0"/>
              <a:t>👉 Es como un </a:t>
            </a:r>
            <a:r>
              <a:rPr lang="es-MX" sz="900" b="1" dirty="0"/>
              <a:t>asistente especializado conversacional</a:t>
            </a:r>
            <a:r>
              <a:rPr lang="es-MX" sz="900" dirty="0"/>
              <a:t>: le dices qué necesitas y te devuelve una propuesta útil en segundos.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95697C9-9A94-3069-4DCE-22007E282EC0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6F9447-3869-9539-6A88-133642361E64}"/>
              </a:ext>
            </a:extLst>
          </p:cNvPr>
          <p:cNvSpPr txBox="1"/>
          <p:nvPr/>
        </p:nvSpPr>
        <p:spPr>
          <a:xfrm>
            <a:off x="640011" y="1630143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3E3B9CF-FBCD-627A-8030-2EAB39D19030}"/>
              </a:ext>
            </a:extLst>
          </p:cNvPr>
          <p:cNvSpPr>
            <a:spLocks/>
          </p:cNvSpPr>
          <p:nvPr/>
        </p:nvSpPr>
        <p:spPr>
          <a:xfrm>
            <a:off x="4710794" y="934615"/>
            <a:ext cx="3905538" cy="408893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DA8DA4-9B57-03A1-5C75-93B98B95E64E}"/>
              </a:ext>
            </a:extLst>
          </p:cNvPr>
          <p:cNvSpPr txBox="1"/>
          <p:nvPr/>
        </p:nvSpPr>
        <p:spPr>
          <a:xfrm>
            <a:off x="4991229" y="1041775"/>
            <a:ext cx="3512759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Proyectos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A59CADFE-BDE8-E8AE-4318-1ABA61174569}"/>
              </a:ext>
            </a:extLst>
          </p:cNvPr>
          <p:cNvSpPr txBox="1">
            <a:spLocks/>
          </p:cNvSpPr>
          <p:nvPr/>
        </p:nvSpPr>
        <p:spPr>
          <a:xfrm>
            <a:off x="5085249" y="1318258"/>
            <a:ext cx="3418740" cy="52835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dirty="0"/>
              <a:t>Un espacio de trabajo organizado por tema, donde </a:t>
            </a:r>
            <a:r>
              <a:rPr lang="es-MX" sz="1000" dirty="0" err="1"/>
              <a:t>ChatGPT</a:t>
            </a:r>
            <a:r>
              <a:rPr lang="es-MX" sz="1000" dirty="0"/>
              <a:t> mantiene el contexto.</a:t>
            </a:r>
            <a:endParaRPr lang="es-CO" sz="1000" dirty="0">
              <a:latin typeface="+mn-lt"/>
            </a:endParaRPr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453FB66C-641D-3613-8D37-1DB965BA2552}"/>
              </a:ext>
            </a:extLst>
          </p:cNvPr>
          <p:cNvSpPr txBox="1">
            <a:spLocks/>
          </p:cNvSpPr>
          <p:nvPr/>
        </p:nvSpPr>
        <p:spPr>
          <a:xfrm>
            <a:off x="5085249" y="2227695"/>
            <a:ext cx="3324721" cy="229742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accen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s-MX" dirty="0"/>
              <a:t>Trabajar siempre sobre el mismo tema</a:t>
            </a:r>
          </a:p>
          <a:p>
            <a:r>
              <a:rPr lang="es-MX" dirty="0"/>
              <a:t>Subir documentos</a:t>
            </a:r>
          </a:p>
          <a:p>
            <a:r>
              <a:rPr lang="es-MX" dirty="0"/>
              <a:t>Definir reglas, objetivos o criterios</a:t>
            </a:r>
          </a:p>
          <a:p>
            <a:r>
              <a:rPr lang="es-MX" dirty="0"/>
              <a:t>Evitar repetir explicaciones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dirty="0"/>
              <a:t>👉 Aquí </a:t>
            </a:r>
            <a:r>
              <a:rPr lang="es-MX" dirty="0" err="1"/>
              <a:t>ChatGPT</a:t>
            </a:r>
            <a:r>
              <a:rPr lang="es-MX" dirty="0"/>
              <a:t> “entiende” que </a:t>
            </a:r>
            <a:r>
              <a:rPr lang="es-MX" b="1" dirty="0"/>
              <a:t>todo está relacionado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b="1" dirty="0"/>
              <a:t>Cómo pensar en “Proyectos”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dirty="0"/>
              <a:t>👉 </a:t>
            </a:r>
            <a:r>
              <a:rPr lang="es-MX" i="1" dirty="0"/>
              <a:t>“Un proyecto = un tema recurrente”</a:t>
            </a:r>
            <a:br>
              <a:rPr lang="es-MX" dirty="0"/>
            </a:br>
            <a:r>
              <a:rPr lang="es-MX" dirty="0"/>
              <a:t>👉 Ideal para trabajo profesional y equipos.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58C630-E24A-96EC-6EEC-A9B7238F581D}"/>
              </a:ext>
            </a:extLst>
          </p:cNvPr>
          <p:cNvSpPr txBox="1"/>
          <p:nvPr/>
        </p:nvSpPr>
        <p:spPr>
          <a:xfrm>
            <a:off x="4991230" y="1873258"/>
            <a:ext cx="35127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3126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9CE9-66D4-1E85-3928-8802179D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642922E-084A-582D-7A27-64D65778659E}"/>
              </a:ext>
            </a:extLst>
          </p:cNvPr>
          <p:cNvSpPr>
            <a:spLocks/>
          </p:cNvSpPr>
          <p:nvPr/>
        </p:nvSpPr>
        <p:spPr>
          <a:xfrm>
            <a:off x="527669" y="925749"/>
            <a:ext cx="4174960" cy="3596632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2DEE7D-93D7-B42B-7A60-98540AFC37CF}"/>
              </a:ext>
            </a:extLst>
          </p:cNvPr>
          <p:cNvSpPr txBox="1"/>
          <p:nvPr/>
        </p:nvSpPr>
        <p:spPr>
          <a:xfrm>
            <a:off x="640011" y="1084804"/>
            <a:ext cx="3506687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Chats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1D549CC-51B0-5BEC-83AF-95D60A57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2691763" cy="549381"/>
          </a:xfrm>
        </p:spPr>
        <p:txBody>
          <a:bodyPr wrap="none">
            <a:spAutoFit/>
          </a:bodyPr>
          <a:lstStyle/>
          <a:p>
            <a:r>
              <a:rPr lang="es-CO" dirty="0"/>
              <a:t>Barra lateral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31F5493-9A7D-1131-35AA-BB50139A5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0" y="1361287"/>
            <a:ext cx="3748163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/>
              <a:t>Son </a:t>
            </a:r>
            <a:r>
              <a:rPr lang="es-MX" sz="1000" b="1" dirty="0"/>
              <a:t>conversaciones sueltas</a:t>
            </a:r>
            <a:r>
              <a:rPr lang="es-MX" sz="1000" dirty="0"/>
              <a:t>, independientes entre sí. Son simplemente tus </a:t>
            </a:r>
            <a:r>
              <a:rPr lang="es-MX" sz="1000" b="1" dirty="0"/>
              <a:t>conversaciones</a:t>
            </a:r>
            <a:r>
              <a:rPr lang="es-MX" sz="1000" dirty="0"/>
              <a:t> guardadas.</a:t>
            </a:r>
            <a:endParaRPr lang="es-CO" sz="1000" dirty="0">
              <a:latin typeface="+mn-lt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A797D5-E544-7F5C-2E61-BE4D2F1CB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245856"/>
            <a:ext cx="3412668" cy="1159292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s-MX" sz="900" dirty="0"/>
              <a:t>Seguir un tema sin empezar de cero, mantener contexto de lo que ya hablaste, organizar tareas por separado, por ejemplo: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s-MX" sz="900" dirty="0">
                <a:solidFill>
                  <a:schemeClr val="tx1"/>
                </a:solidFill>
              </a:rPr>
              <a:t>Un chat para trabajo, otro para estudio, otro para ideas personales.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933CAC24-A50D-543D-3B00-E00F0A718E97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EBC0154-DBEF-483D-E168-A25D584D035C}"/>
              </a:ext>
            </a:extLst>
          </p:cNvPr>
          <p:cNvSpPr txBox="1"/>
          <p:nvPr/>
        </p:nvSpPr>
        <p:spPr>
          <a:xfrm>
            <a:off x="640011" y="1920799"/>
            <a:ext cx="350668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1" name="Marcador de contenido 5">
            <a:extLst>
              <a:ext uri="{FF2B5EF4-FFF2-40B4-BE49-F238E27FC236}">
                <a16:creationId xmlns:a16="http://schemas.microsoft.com/office/drawing/2014/main" id="{289FCCD4-AA2D-60A4-7613-32158507696E}"/>
              </a:ext>
            </a:extLst>
          </p:cNvPr>
          <p:cNvSpPr txBox="1">
            <a:spLocks/>
          </p:cNvSpPr>
          <p:nvPr/>
        </p:nvSpPr>
        <p:spPr>
          <a:xfrm>
            <a:off x="5203663" y="1259588"/>
            <a:ext cx="3412668" cy="232371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s-MX" sz="1000" b="1" dirty="0"/>
              <a:t>Cómo organizarlos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1. Un chat por tema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2. Un objetivo por chat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3. No mezclar temas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4. Crear chats nuevos por proyecto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5. Renombrar los chats</a:t>
            </a:r>
          </a:p>
          <a:p>
            <a:pPr marL="342900" lvl="1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1000" dirty="0">
                <a:solidFill>
                  <a:schemeClr val="tx1"/>
                </a:solidFill>
              </a:rPr>
              <a:t>6. Usar un chat fijo de apoyo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None/>
            </a:pPr>
            <a:endParaRPr lang="es-MX" sz="1000" b="1" dirty="0"/>
          </a:p>
        </p:txBody>
      </p:sp>
    </p:spTree>
    <p:extLst>
      <p:ext uri="{BB962C8B-B14F-4D97-AF65-F5344CB8AC3E}">
        <p14:creationId xmlns:p14="http://schemas.microsoft.com/office/powerpoint/2010/main" val="163633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61DD-8DDD-D1F8-EAC0-34BF2885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61444-DE28-DB0B-9E0D-B3EE4AF7AD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E5FFB2-E644-A78B-F9E7-971075788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1587C0-C007-9869-2F0C-B3EDA0752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485E74-BB45-50A7-C4DD-71D7F9C07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B69194-8E8F-8DEE-46DC-58EB352D9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2891593-A44E-B95C-7EF3-97E818E5A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0363FFD7-3FBD-27EB-BF7C-944243F971AD}"/>
              </a:ext>
            </a:extLst>
          </p:cNvPr>
          <p:cNvSpPr txBox="1">
            <a:spLocks/>
          </p:cNvSpPr>
          <p:nvPr/>
        </p:nvSpPr>
        <p:spPr>
          <a:xfrm>
            <a:off x="1630050" y="3629176"/>
            <a:ext cx="2289820" cy="4847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s-MX" sz="900" dirty="0">
                <a:solidFill>
                  <a:schemeClr val="bg2"/>
                </a:solidFill>
              </a:rPr>
              <a:t>Configura la cuenta, el equipo y la forma en que </a:t>
            </a:r>
            <a:r>
              <a:rPr lang="es-MX" sz="900" dirty="0" err="1">
                <a:solidFill>
                  <a:schemeClr val="bg2"/>
                </a:solidFill>
              </a:rPr>
              <a:t>ChatGPT</a:t>
            </a:r>
            <a:r>
              <a:rPr lang="es-MX" sz="900" dirty="0">
                <a:solidFill>
                  <a:schemeClr val="bg2"/>
                </a:solidFill>
              </a:rPr>
              <a:t> trabaja para uno.</a:t>
            </a:r>
            <a:endParaRPr lang="es-CO" sz="9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534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7EC7-E04E-66A2-F444-E09AC3C9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26C14CE-6941-C5CD-EE2D-486C7B2DC2EE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217187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433B54-1ADD-B9CD-DDEE-CD9B2CC95903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Personalización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21523A4-4040-BE64-98B4-3B728226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02A3AED-F7D2-A940-8BFC-2702B07A0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230832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1000" dirty="0"/>
              <a:t>Configuración de </a:t>
            </a:r>
            <a:r>
              <a:rPr lang="es-MX" sz="1000" b="1" dirty="0"/>
              <a:t>cómo responde </a:t>
            </a:r>
            <a:r>
              <a:rPr lang="es-MX" sz="1000" b="1" dirty="0" err="1"/>
              <a:t>ChatGPT</a:t>
            </a:r>
            <a:r>
              <a:rPr lang="es-MX" sz="1000" b="1" dirty="0"/>
              <a:t> para ti</a:t>
            </a:r>
            <a:r>
              <a:rPr lang="es-MX" sz="1000" dirty="0"/>
              <a:t>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B29DC9-5E76-C4C8-3934-8AE0ACD0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180673"/>
            <a:ext cx="3107740" cy="898708"/>
          </a:xfrm>
        </p:spPr>
        <p:txBody>
          <a:bodyPr vert="horz" wrap="square" lIns="91440" tIns="45720" rIns="91440" bIns="45720" rtlCol="0">
            <a:spAutoFit/>
          </a:bodyPr>
          <a:lstStyle/>
          <a:p>
            <a:r>
              <a:rPr lang="es-MX" sz="900" dirty="0"/>
              <a:t>Ajustar tono (más formal, más directo, etc.)</a:t>
            </a:r>
          </a:p>
          <a:p>
            <a:r>
              <a:rPr lang="es-MX" sz="900" dirty="0"/>
              <a:t>Definir tu rol o contexto</a:t>
            </a:r>
          </a:p>
          <a:p>
            <a:r>
              <a:rPr lang="es-MX" sz="900" dirty="0"/>
              <a:t>Ahorrar tiempo repitiendo instrucciones</a:t>
            </a:r>
          </a:p>
          <a:p>
            <a:pPr marL="0" indent="0">
              <a:buNone/>
            </a:pPr>
            <a:r>
              <a:rPr lang="es-MX" sz="900" dirty="0"/>
              <a:t>👉 </a:t>
            </a:r>
            <a:r>
              <a:rPr lang="es-MX" sz="900" i="1" dirty="0" err="1"/>
              <a:t>ChatGPT</a:t>
            </a:r>
            <a:r>
              <a:rPr lang="es-MX" sz="900" i="1" dirty="0"/>
              <a:t> se adapta a ti, no al revés.</a:t>
            </a:r>
            <a:endParaRPr lang="es-MX" sz="9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7D2F29F-86B0-04EA-B224-C70270A7E540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08DB52-3758-8BE7-6BC4-539FF805AB2B}"/>
              </a:ext>
            </a:extLst>
          </p:cNvPr>
          <p:cNvSpPr txBox="1"/>
          <p:nvPr/>
        </p:nvSpPr>
        <p:spPr>
          <a:xfrm>
            <a:off x="640012" y="1787208"/>
            <a:ext cx="31933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2380E01-C29D-BADF-A8D4-08F857705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71" y="1114389"/>
            <a:ext cx="3990336" cy="363808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8E0428F-672F-C7AB-DD13-576F6E82B20A}"/>
              </a:ext>
            </a:extLst>
          </p:cNvPr>
          <p:cNvSpPr txBox="1"/>
          <p:nvPr/>
        </p:nvSpPr>
        <p:spPr>
          <a:xfrm>
            <a:off x="5521841" y="1515298"/>
            <a:ext cx="3033823" cy="369332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53C71D3-0E14-7878-4C8F-4A3464DFB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460" y="3488900"/>
            <a:ext cx="2659822" cy="155713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C6E7E41-34AA-DE77-C49E-5587CC777F61}"/>
              </a:ext>
            </a:extLst>
          </p:cNvPr>
          <p:cNvSpPr txBox="1"/>
          <p:nvPr/>
        </p:nvSpPr>
        <p:spPr>
          <a:xfrm>
            <a:off x="3055089" y="3731896"/>
            <a:ext cx="2892056" cy="369332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65EA124-AFA1-4DAF-E342-ADDD8704C197}"/>
              </a:ext>
            </a:extLst>
          </p:cNvPr>
          <p:cNvSpPr txBox="1"/>
          <p:nvPr/>
        </p:nvSpPr>
        <p:spPr>
          <a:xfrm>
            <a:off x="8385615" y="56528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CU1</a:t>
            </a:r>
          </a:p>
        </p:txBody>
      </p:sp>
    </p:spTree>
    <p:extLst>
      <p:ext uri="{BB962C8B-B14F-4D97-AF65-F5344CB8AC3E}">
        <p14:creationId xmlns:p14="http://schemas.microsoft.com/office/powerpoint/2010/main" val="2029728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3666-BA2E-8F84-8A57-C4226C58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72B410E-7346-A124-713B-EF5A5831AEF2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217187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609F6-73AE-4FEC-9465-EB8CE697A30F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Configuración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162BB05-0617-8ACF-F8ED-F7AD39B22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5CAA665-63A9-5BBC-26E4-7B9A341CA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230832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1000" dirty="0"/>
              <a:t>Ajustes generales de la cuenta.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21F6F1-1841-88EB-D415-846172B21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180673"/>
            <a:ext cx="3107740" cy="898708"/>
          </a:xfrm>
        </p:spPr>
        <p:txBody>
          <a:bodyPr vert="horz" wrap="square" lIns="91440" tIns="45720" rIns="91440" bIns="45720" rtlCol="0">
            <a:spAutoFit/>
          </a:bodyPr>
          <a:lstStyle/>
          <a:p>
            <a:r>
              <a:rPr lang="es-MX" sz="900" dirty="0"/>
              <a:t>Idioma</a:t>
            </a:r>
          </a:p>
          <a:p>
            <a:r>
              <a:rPr lang="es-MX" sz="900" dirty="0"/>
              <a:t>Preferencias generales</a:t>
            </a:r>
          </a:p>
          <a:p>
            <a:r>
              <a:rPr lang="es-MX" sz="900" dirty="0"/>
              <a:t>Privacidad y opciones técnicas</a:t>
            </a:r>
          </a:p>
          <a:p>
            <a:pPr marL="0" indent="0">
              <a:buNone/>
            </a:pPr>
            <a:r>
              <a:rPr lang="es-MX" sz="900" dirty="0"/>
              <a:t>👉 </a:t>
            </a:r>
            <a:r>
              <a:rPr lang="es-MX" sz="900" i="1" dirty="0"/>
              <a:t>Configuración básica del “cómo funciona” tu cuenta.</a:t>
            </a:r>
            <a:endParaRPr lang="es-MX" sz="9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F3B6935-A423-989D-A8A4-067B63694C19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A48B31-374F-6E60-584E-67CAAB015677}"/>
              </a:ext>
            </a:extLst>
          </p:cNvPr>
          <p:cNvSpPr txBox="1"/>
          <p:nvPr/>
        </p:nvSpPr>
        <p:spPr>
          <a:xfrm>
            <a:off x="640012" y="1787208"/>
            <a:ext cx="31933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C5F787F-F933-A609-118E-51CA5870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08074"/>
            <a:ext cx="4406206" cy="3782743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8F0944E-746B-8C2A-415C-04BAE3D10820}"/>
              </a:ext>
            </a:extLst>
          </p:cNvPr>
          <p:cNvSpPr txBox="1">
            <a:spLocks/>
          </p:cNvSpPr>
          <p:nvPr/>
        </p:nvSpPr>
        <p:spPr>
          <a:xfrm>
            <a:off x="5724274" y="2012512"/>
            <a:ext cx="2892056" cy="559238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9C93229-127B-CCDA-682B-0A77026BF4DA}"/>
              </a:ext>
            </a:extLst>
          </p:cNvPr>
          <p:cNvSpPr>
            <a:spLocks/>
          </p:cNvSpPr>
          <p:nvPr/>
        </p:nvSpPr>
        <p:spPr>
          <a:xfrm>
            <a:off x="1254642" y="3392952"/>
            <a:ext cx="4142364" cy="1630593"/>
          </a:xfrm>
          <a:prstGeom prst="roundRect">
            <a:avLst>
              <a:gd name="adj" fmla="val 2998"/>
            </a:avLst>
          </a:prstGeom>
          <a:solidFill>
            <a:srgbClr val="F78C38">
              <a:alpha val="5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69FD4D-0356-CAD7-132B-2A713AC34C5F}"/>
              </a:ext>
            </a:extLst>
          </p:cNvPr>
          <p:cNvSpPr txBox="1"/>
          <p:nvPr/>
        </p:nvSpPr>
        <p:spPr>
          <a:xfrm>
            <a:off x="1483528" y="3440917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Instrucciones personalizadas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96C512C8-635E-3207-0A9B-073889237184}"/>
              </a:ext>
            </a:extLst>
          </p:cNvPr>
          <p:cNvSpPr txBox="1">
            <a:spLocks/>
          </p:cNvSpPr>
          <p:nvPr/>
        </p:nvSpPr>
        <p:spPr>
          <a:xfrm>
            <a:off x="1483528" y="3749683"/>
            <a:ext cx="3193358" cy="11798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800" dirty="0"/>
              <a:t>Son reglas y preferencias que se le das a </a:t>
            </a:r>
            <a:r>
              <a:rPr lang="es-MX" sz="800" dirty="0" err="1"/>
              <a:t>ChatGPT</a:t>
            </a:r>
            <a:r>
              <a:rPr lang="es-MX" sz="800" dirty="0"/>
              <a:t> para que siempre responda “a tu manera”, sin que tengas que repetirlas en cada conversación.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b="1" dirty="0"/>
              <a:t>No es un </a:t>
            </a:r>
            <a:r>
              <a:rPr lang="es-MX" sz="800" b="1" dirty="0" err="1"/>
              <a:t>prompt</a:t>
            </a:r>
            <a:r>
              <a:rPr lang="es-MX" sz="800" b="1" dirty="0"/>
              <a:t>, es un marco permanente.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No reemplaza los </a:t>
            </a:r>
            <a:r>
              <a:rPr lang="es-MX" sz="800" dirty="0" err="1"/>
              <a:t>prompts</a:t>
            </a:r>
            <a:r>
              <a:rPr lang="es-MX" sz="800" dirty="0"/>
              <a:t> buenos, los potencia.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Puedes cambiarlas cuando quieras según tu momento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A7E2E2-9DB1-A496-951D-8E3F96D5CC9A}"/>
              </a:ext>
            </a:extLst>
          </p:cNvPr>
          <p:cNvSpPr txBox="1"/>
          <p:nvPr/>
        </p:nvSpPr>
        <p:spPr>
          <a:xfrm>
            <a:off x="8363935" y="446906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CU2</a:t>
            </a:r>
          </a:p>
        </p:txBody>
      </p:sp>
    </p:spTree>
    <p:extLst>
      <p:ext uri="{BB962C8B-B14F-4D97-AF65-F5344CB8AC3E}">
        <p14:creationId xmlns:p14="http://schemas.microsoft.com/office/powerpoint/2010/main" val="2320084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F46A-3DE2-8FFD-F491-46887A18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94DA7B2-9D90-598E-5D85-0F9839CB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939" y="816238"/>
            <a:ext cx="3654725" cy="3321545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1CB3C1C-F864-AF86-8D14-4B07042883F0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2171870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75B550-46F4-AE48-D3D0-2428FCCB1E03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Personalización &gt; Acerca de </a:t>
            </a:r>
            <a:r>
              <a:rPr lang="es-MX" sz="1200" b="1" dirty="0" err="1">
                <a:solidFill>
                  <a:srgbClr val="1F1F1F"/>
                </a:solidFill>
                <a:latin typeface="+mj-lt"/>
              </a:rPr>
              <a:t>tí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FB76DFE-3587-5225-F5A1-82116DA4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63BDF82-7BAA-AC13-5747-00CBF8851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donde le das a </a:t>
            </a:r>
            <a:r>
              <a:rPr lang="es-MX" sz="1000" dirty="0" err="1"/>
              <a:t>ChatGPT</a:t>
            </a:r>
            <a:r>
              <a:rPr lang="es-MX" sz="1000" dirty="0"/>
              <a:t> contexto humano y profesional para que ajuste mejor sus respuestas.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53C05A7-1E86-8E4E-9639-2BF946C2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574138"/>
            <a:ext cx="3107740" cy="484748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900" dirty="0"/>
              <a:t>👉 </a:t>
            </a:r>
            <a:r>
              <a:rPr lang="es-MX" sz="900" i="1" dirty="0"/>
              <a:t>“Lo que </a:t>
            </a:r>
            <a:r>
              <a:rPr lang="es-MX" sz="900" i="1" dirty="0" err="1"/>
              <a:t>ChatGPT</a:t>
            </a:r>
            <a:r>
              <a:rPr lang="es-MX" sz="900" i="1" dirty="0"/>
              <a:t> debería saber de mí para ayudarme mejor”</a:t>
            </a:r>
            <a:endParaRPr lang="es-MX" sz="9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AB6A452-09F7-4F83-3FB6-C47F66341F0C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CB798C-CB71-AF57-3BAE-69A02BA33A0A}"/>
              </a:ext>
            </a:extLst>
          </p:cNvPr>
          <p:cNvSpPr txBox="1"/>
          <p:nvPr/>
        </p:nvSpPr>
        <p:spPr>
          <a:xfrm>
            <a:off x="640012" y="2180673"/>
            <a:ext cx="31933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Es decir: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51DCCC-7790-28A3-231C-19BE2AED9C19}"/>
              </a:ext>
            </a:extLst>
          </p:cNvPr>
          <p:cNvSpPr txBox="1">
            <a:spLocks/>
          </p:cNvSpPr>
          <p:nvPr/>
        </p:nvSpPr>
        <p:spPr>
          <a:xfrm>
            <a:off x="6273208" y="2180673"/>
            <a:ext cx="2655011" cy="559238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1A1DCBC-D970-8455-8353-05BCFFB5A5EF}"/>
              </a:ext>
            </a:extLst>
          </p:cNvPr>
          <p:cNvSpPr>
            <a:spLocks/>
          </p:cNvSpPr>
          <p:nvPr/>
        </p:nvSpPr>
        <p:spPr>
          <a:xfrm>
            <a:off x="2729023" y="3214048"/>
            <a:ext cx="3185129" cy="1404608"/>
          </a:xfrm>
          <a:prstGeom prst="roundRect">
            <a:avLst>
              <a:gd name="adj" fmla="val 2998"/>
            </a:avLst>
          </a:prstGeom>
          <a:solidFill>
            <a:srgbClr val="F78C38">
              <a:alpha val="5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34DB3F1-3775-78C4-DECD-83DC972569FE}"/>
              </a:ext>
            </a:extLst>
          </p:cNvPr>
          <p:cNvSpPr txBox="1"/>
          <p:nvPr/>
        </p:nvSpPr>
        <p:spPr>
          <a:xfrm>
            <a:off x="2856860" y="3260011"/>
            <a:ext cx="2358242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 err="1">
                <a:solidFill>
                  <a:srgbClr val="1F1F1F"/>
                </a:solidFill>
                <a:latin typeface="+mj-lt"/>
              </a:rPr>
              <a:t>Tips</a:t>
            </a:r>
            <a:r>
              <a:rPr lang="es-MX" sz="1200" b="1" dirty="0">
                <a:solidFill>
                  <a:srgbClr val="1F1F1F"/>
                </a:solidFill>
                <a:latin typeface="+mj-lt"/>
              </a:rPr>
              <a:t> importantes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5DA5BB18-FF97-4F72-80E4-91C9C9A055E5}"/>
              </a:ext>
            </a:extLst>
          </p:cNvPr>
          <p:cNvSpPr txBox="1">
            <a:spLocks/>
          </p:cNvSpPr>
          <p:nvPr/>
        </p:nvSpPr>
        <p:spPr>
          <a:xfrm>
            <a:off x="2962636" y="3572666"/>
            <a:ext cx="2788485" cy="81047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Escríbelo en primera persona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En lenguaje natural (no técnico)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No pongas cosas que cambian cada semana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No repitas lo que ya está en “Ocupación”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891DF4-6600-5C61-E3A0-BB5944745B63}"/>
              </a:ext>
            </a:extLst>
          </p:cNvPr>
          <p:cNvSpPr txBox="1"/>
          <p:nvPr/>
        </p:nvSpPr>
        <p:spPr>
          <a:xfrm>
            <a:off x="8363935" y="44690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CU3</a:t>
            </a:r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39FE01C6-086F-4D99-6535-A662C2BFDCD5}"/>
              </a:ext>
            </a:extLst>
          </p:cNvPr>
          <p:cNvSpPr txBox="1">
            <a:spLocks/>
          </p:cNvSpPr>
          <p:nvPr/>
        </p:nvSpPr>
        <p:spPr>
          <a:xfrm>
            <a:off x="6223288" y="4178305"/>
            <a:ext cx="2311114" cy="62581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CO" sz="800" b="1" dirty="0"/>
              <a:t>Regla mental rápida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800" dirty="0"/>
              <a:t>Si esto cambia, </a:t>
            </a:r>
            <a:r>
              <a:rPr lang="es-MX" sz="800" b="1" dirty="0"/>
              <a:t>no va aquí</a:t>
            </a:r>
            <a:r>
              <a:rPr lang="es-MX" sz="800" dirty="0"/>
              <a:t>.</a:t>
            </a:r>
            <a:br>
              <a:rPr lang="es-MX" sz="800" dirty="0"/>
            </a:br>
            <a:r>
              <a:rPr lang="es-MX" sz="800" dirty="0"/>
              <a:t>Si define </a:t>
            </a:r>
            <a:r>
              <a:rPr lang="es-MX" sz="800" b="1" dirty="0"/>
              <a:t>cómo te gusta trabajar siempre</a:t>
            </a:r>
            <a:r>
              <a:rPr lang="es-MX" sz="800" dirty="0"/>
              <a:t>, sí.</a:t>
            </a:r>
          </a:p>
        </p:txBody>
      </p:sp>
    </p:spTree>
    <p:extLst>
      <p:ext uri="{BB962C8B-B14F-4D97-AF65-F5344CB8AC3E}">
        <p14:creationId xmlns:p14="http://schemas.microsoft.com/office/powerpoint/2010/main" val="3447923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8F61C-5378-4778-2657-7CFA062A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301A32E-A8B2-B3EC-6784-B37B0579AF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422" y="1004675"/>
            <a:ext cx="3546578" cy="3138925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91F89FA-8A0E-4E22-2FE1-A2D87B407D5D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386003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56A59B-1ED1-3AD3-32EB-9D60B05A620C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Personalización &gt; Memoria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573AC68-34B7-745A-4CD7-BFA6D339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2263591-DCC5-EC61-B41E-EC52217FD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990015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Es la función que permite que </a:t>
            </a:r>
            <a:r>
              <a:rPr lang="es-MX" sz="1000" dirty="0" err="1"/>
              <a:t>ChatGPT</a:t>
            </a:r>
            <a:r>
              <a:rPr lang="es-MX" sz="1000" dirty="0"/>
              <a:t> recuerde información estable sobre ti y la use en conversaciones futuras para personalizar mejor las respuestas.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FBAF5A-8D0D-A4C3-0712-F445A881B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575385"/>
            <a:ext cx="2732184" cy="2323713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No recuerda todo, solo cosas útiles y duraderas.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Control total (importante)</a:t>
            </a:r>
          </a:p>
          <a:p>
            <a:pPr>
              <a:lnSpc>
                <a:spcPct val="150000"/>
              </a:lnSpc>
            </a:pPr>
            <a:r>
              <a:rPr lang="es-MX" sz="1000" dirty="0"/>
              <a:t>Puedes </a:t>
            </a:r>
            <a:r>
              <a:rPr lang="es-MX" sz="1000" b="1" dirty="0"/>
              <a:t>ver, editar o borrar</a:t>
            </a:r>
            <a:r>
              <a:rPr lang="es-MX" sz="1000" dirty="0"/>
              <a:t> recuerdos en </a:t>
            </a:r>
            <a:r>
              <a:rPr lang="es-MX" sz="1000" b="1" dirty="0"/>
              <a:t>“Administrar”</a:t>
            </a:r>
            <a:endParaRPr lang="es-MX" sz="1000" dirty="0"/>
          </a:p>
          <a:p>
            <a:pPr>
              <a:lnSpc>
                <a:spcPct val="150000"/>
              </a:lnSpc>
            </a:pPr>
            <a:r>
              <a:rPr lang="es-MX" sz="1000" dirty="0"/>
              <a:t>Puedes apagarla cuando quieras</a:t>
            </a:r>
          </a:p>
          <a:p>
            <a:pPr>
              <a:lnSpc>
                <a:spcPct val="150000"/>
              </a:lnSpc>
            </a:pPr>
            <a:r>
              <a:rPr lang="es-MX" sz="1000" dirty="0"/>
              <a:t>Activarla </a:t>
            </a:r>
            <a:r>
              <a:rPr lang="es-MX" sz="1000" b="1" dirty="0"/>
              <a:t>no significa</a:t>
            </a:r>
            <a:r>
              <a:rPr lang="es-MX" sz="1000" dirty="0"/>
              <a:t> que todo se almacene.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65AC892-17E0-9465-5003-17C0DDE2F032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40DEBE8-DD8E-2975-6BB5-B4BCA653C590}"/>
              </a:ext>
            </a:extLst>
          </p:cNvPr>
          <p:cNvSpPr txBox="1">
            <a:spLocks/>
          </p:cNvSpPr>
          <p:nvPr/>
        </p:nvSpPr>
        <p:spPr>
          <a:xfrm>
            <a:off x="6488989" y="1901054"/>
            <a:ext cx="2655011" cy="279619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DE5C398-A207-6752-20AA-B18839EA71CE}"/>
              </a:ext>
            </a:extLst>
          </p:cNvPr>
          <p:cNvSpPr>
            <a:spLocks/>
          </p:cNvSpPr>
          <p:nvPr/>
        </p:nvSpPr>
        <p:spPr>
          <a:xfrm>
            <a:off x="3466213" y="3214047"/>
            <a:ext cx="2907305" cy="1630593"/>
          </a:xfrm>
          <a:prstGeom prst="roundRect">
            <a:avLst>
              <a:gd name="adj" fmla="val 2998"/>
            </a:avLst>
          </a:prstGeom>
          <a:solidFill>
            <a:srgbClr val="F78C38">
              <a:alpha val="5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9646C11-9990-F60D-5425-BAEA02C91D20}"/>
              </a:ext>
            </a:extLst>
          </p:cNvPr>
          <p:cNvSpPr txBox="1"/>
          <p:nvPr/>
        </p:nvSpPr>
        <p:spPr>
          <a:xfrm>
            <a:off x="3546579" y="3253066"/>
            <a:ext cx="2214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¿Conviene tenerla activada?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51C71F8B-0952-A038-3961-9BE05A8E362D}"/>
              </a:ext>
            </a:extLst>
          </p:cNvPr>
          <p:cNvSpPr txBox="1">
            <a:spLocks/>
          </p:cNvSpPr>
          <p:nvPr/>
        </p:nvSpPr>
        <p:spPr>
          <a:xfrm>
            <a:off x="3546579" y="3684513"/>
            <a:ext cx="2489585" cy="99514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800" dirty="0"/>
              <a:t>Recomendado si: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Tu rol es estable.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Usas </a:t>
            </a:r>
            <a:r>
              <a:rPr lang="es-MX" sz="800" dirty="0" err="1"/>
              <a:t>ChatGPT</a:t>
            </a:r>
            <a:r>
              <a:rPr lang="es-MX" sz="800" dirty="0"/>
              <a:t> de forma recurrente.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Buscas consistencia (estructura, claridad, enfoque profesional).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3ECFEE7-6888-5E1C-23DE-716865FF94D2}"/>
              </a:ext>
            </a:extLst>
          </p:cNvPr>
          <p:cNvSpPr txBox="1"/>
          <p:nvPr/>
        </p:nvSpPr>
        <p:spPr>
          <a:xfrm>
            <a:off x="8363935" y="517482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CU4</a:t>
            </a:r>
          </a:p>
        </p:txBody>
      </p:sp>
      <p:sp>
        <p:nvSpPr>
          <p:cNvPr id="15" name="Marcador de contenido 4">
            <a:extLst>
              <a:ext uri="{FF2B5EF4-FFF2-40B4-BE49-F238E27FC236}">
                <a16:creationId xmlns:a16="http://schemas.microsoft.com/office/drawing/2014/main" id="{F32C286B-F115-88D1-204A-C6AC5A75181B}"/>
              </a:ext>
            </a:extLst>
          </p:cNvPr>
          <p:cNvSpPr txBox="1">
            <a:spLocks/>
          </p:cNvSpPr>
          <p:nvPr/>
        </p:nvSpPr>
        <p:spPr>
          <a:xfrm>
            <a:off x="6373519" y="4255448"/>
            <a:ext cx="2311114" cy="44114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800" b="1" dirty="0"/>
              <a:t>La memoria no sustituye las instrucciones personalizadas, </a:t>
            </a:r>
            <a:r>
              <a:rPr lang="es-MX" sz="800" b="1" dirty="0">
                <a:solidFill>
                  <a:schemeClr val="accent1"/>
                </a:solidFill>
              </a:rPr>
              <a:t>las refuerza.</a:t>
            </a:r>
            <a:endParaRPr lang="es-MX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622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B2B8-A973-BF30-7136-06E98A9F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42F1535-D4B9-23D4-6476-514803DF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89" y="934615"/>
            <a:ext cx="3208711" cy="2875221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AED7671-B2D4-8F2F-3E35-315F0F6EF40E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386003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7AF4CA-5899-62FE-6ECE-7BBD9528E0C5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Personalización &gt; Modo grabación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69CE421-7220-8C31-BA41-7D4F9154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E19E64D-382B-F2DD-091C-94C971D2E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759182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Permite que </a:t>
            </a:r>
            <a:r>
              <a:rPr lang="es-MX" sz="1000" dirty="0" err="1"/>
              <a:t>ChatGPT</a:t>
            </a:r>
            <a:r>
              <a:rPr lang="es-MX" sz="1000" dirty="0"/>
              <a:t> use transcripciones y notas de grabaciones anteriores (por ejemplo, conversaciones por voz) para responder mejor en el futuro.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AF845D-02FC-44A7-DA0A-57555321E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2382409"/>
            <a:ext cx="3193358" cy="2195473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No es memoria “de quién eres”, sino memoria de lo que se dijo en grabaciones.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Qué NO hace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❌ No guarda datos sensibles “para siempre”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❌ No crea un perfil personal (eso es Memoria)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❌ No afecta chats escritos normales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si no usas voz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9C12F9DC-5052-7035-D99A-D9C4D5975118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D0E86F0-B6BB-59E1-EAC5-FD3E648A612E}"/>
              </a:ext>
            </a:extLst>
          </p:cNvPr>
          <p:cNvSpPr txBox="1">
            <a:spLocks/>
          </p:cNvSpPr>
          <p:nvPr/>
        </p:nvSpPr>
        <p:spPr>
          <a:xfrm>
            <a:off x="6488989" y="1425106"/>
            <a:ext cx="2655011" cy="701406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C4F970B-E0F1-31AC-E5B5-89089CBC170F}"/>
              </a:ext>
            </a:extLst>
          </p:cNvPr>
          <p:cNvSpPr>
            <a:spLocks/>
          </p:cNvSpPr>
          <p:nvPr/>
        </p:nvSpPr>
        <p:spPr>
          <a:xfrm>
            <a:off x="4167962" y="3214047"/>
            <a:ext cx="2907305" cy="1740725"/>
          </a:xfrm>
          <a:prstGeom prst="roundRect">
            <a:avLst>
              <a:gd name="adj" fmla="val 2998"/>
            </a:avLst>
          </a:prstGeom>
          <a:solidFill>
            <a:srgbClr val="F78C38">
              <a:alpha val="5019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0A7199-20DD-D1C1-B09F-6E77597F0A47}"/>
              </a:ext>
            </a:extLst>
          </p:cNvPr>
          <p:cNvSpPr txBox="1"/>
          <p:nvPr/>
        </p:nvSpPr>
        <p:spPr>
          <a:xfrm>
            <a:off x="4248328" y="3292572"/>
            <a:ext cx="2691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¿Conviene tenerla activada?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DFB0F9DC-60FA-4115-54B3-462FB867AAA1}"/>
              </a:ext>
            </a:extLst>
          </p:cNvPr>
          <p:cNvSpPr txBox="1">
            <a:spLocks/>
          </p:cNvSpPr>
          <p:nvPr/>
        </p:nvSpPr>
        <p:spPr>
          <a:xfrm>
            <a:off x="4248328" y="3684513"/>
            <a:ext cx="2489585" cy="11305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800" dirty="0"/>
              <a:t>Recomendado si:</a:t>
            </a:r>
          </a:p>
          <a:p>
            <a:r>
              <a:rPr lang="es-MX" sz="800" dirty="0"/>
              <a:t>Das clases o capacitaciones habladas.</a:t>
            </a:r>
          </a:p>
          <a:p>
            <a:r>
              <a:rPr lang="es-MX" sz="800" dirty="0"/>
              <a:t>Usas </a:t>
            </a:r>
            <a:r>
              <a:rPr lang="es-MX" sz="800" dirty="0" err="1"/>
              <a:t>ChatGPT</a:t>
            </a:r>
            <a:r>
              <a:rPr lang="es-MX" sz="800" dirty="0"/>
              <a:t> para ensayar discursos.</a:t>
            </a:r>
          </a:p>
          <a:p>
            <a:r>
              <a:rPr lang="es-MX" sz="800" dirty="0"/>
              <a:t>Piensas en usarlo como </a:t>
            </a:r>
            <a:r>
              <a:rPr lang="es-MX" sz="800" b="1" dirty="0"/>
              <a:t>copiloto de sesiones.</a:t>
            </a:r>
            <a:endParaRPr lang="es-MX" sz="800" dirty="0"/>
          </a:p>
          <a:p>
            <a:r>
              <a:rPr lang="es-MX" sz="800" dirty="0"/>
              <a:t>Si </a:t>
            </a:r>
            <a:r>
              <a:rPr lang="es-MX" sz="800" b="1" dirty="0"/>
              <a:t>no usas voz</a:t>
            </a:r>
            <a:r>
              <a:rPr lang="es-MX" sz="800" dirty="0"/>
              <a:t>, puedes apagarlo sin problema.</a:t>
            </a:r>
          </a:p>
        </p:txBody>
      </p:sp>
    </p:spTree>
    <p:extLst>
      <p:ext uri="{BB962C8B-B14F-4D97-AF65-F5344CB8AC3E}">
        <p14:creationId xmlns:p14="http://schemas.microsoft.com/office/powerpoint/2010/main" val="2158498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1D96-2EDE-8ED6-618F-4672BDE9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DF0045E-01EC-3061-B6F2-19274441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83" y="929465"/>
            <a:ext cx="4225267" cy="3867091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4145CA1-173C-E7AD-BD01-D7893C4384A6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386003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C96449-E11D-542A-13F0-03FB07A8DA4B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Programaciones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6F7003A-2111-E487-212A-A9A64E2B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C869C38-7168-58C6-B8F3-EAE9E81A2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759182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Permiten que </a:t>
            </a:r>
            <a:r>
              <a:rPr lang="es-MX" sz="1000" dirty="0" err="1"/>
              <a:t>ChatGPT</a:t>
            </a:r>
            <a:r>
              <a:rPr lang="es-MX" sz="1000" dirty="0"/>
              <a:t> ejecute una tarea automáticamente en el futuro, sin que tengas que volver a pedirla.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97E051-A68F-197D-2699-446823F8D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2382409"/>
            <a:ext cx="3193358" cy="2349361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Es </a:t>
            </a:r>
            <a:r>
              <a:rPr lang="es-MX" sz="1000" dirty="0" err="1"/>
              <a:t>ChatGPT</a:t>
            </a:r>
            <a:r>
              <a:rPr lang="es-MX" sz="1000" dirty="0"/>
              <a:t> trabajando en diferido.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Cómo se crean (flujo real)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No se crean desde este panel directamente. El flujo es: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s-MX" sz="1000" dirty="0"/>
              <a:t>En una conversación normal, le pides una tarea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s-MX" sz="1000" dirty="0"/>
              <a:t>Abres el menú ⋯ del mensaje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s-MX" sz="1000" dirty="0"/>
              <a:t>Seleccionas “Programar”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s-MX" sz="1000" dirty="0"/>
              <a:t>Defines: Cuándo, Cada cuánto, Qué debe hacer.</a:t>
            </a:r>
          </a:p>
          <a:p>
            <a:pPr marL="228600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s-MX" sz="1000" dirty="0"/>
              <a:t>Luego aparece aquí en Administrar.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48D4E8C-5F26-8824-38A8-087A8B724B72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D4D902-698E-E3D2-D061-1CE3634134C2}"/>
              </a:ext>
            </a:extLst>
          </p:cNvPr>
          <p:cNvSpPr txBox="1">
            <a:spLocks/>
          </p:cNvSpPr>
          <p:nvPr/>
        </p:nvSpPr>
        <p:spPr>
          <a:xfrm>
            <a:off x="6096000" y="1000456"/>
            <a:ext cx="3048000" cy="1323642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73625AD-0838-2B80-5FB5-8CB43D3B4EDC}"/>
              </a:ext>
            </a:extLst>
          </p:cNvPr>
          <p:cNvSpPr>
            <a:spLocks/>
          </p:cNvSpPr>
          <p:nvPr/>
        </p:nvSpPr>
        <p:spPr>
          <a:xfrm>
            <a:off x="4167962" y="2806995"/>
            <a:ext cx="2907305" cy="2147777"/>
          </a:xfrm>
          <a:prstGeom prst="roundRect">
            <a:avLst>
              <a:gd name="adj" fmla="val 2998"/>
            </a:avLst>
          </a:prstGeom>
          <a:solidFill>
            <a:srgbClr val="F78C38">
              <a:alpha val="80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072AC0-D116-36A9-AF60-0EC63B15E3F4}"/>
              </a:ext>
            </a:extLst>
          </p:cNvPr>
          <p:cNvSpPr txBox="1"/>
          <p:nvPr/>
        </p:nvSpPr>
        <p:spPr>
          <a:xfrm>
            <a:off x="4248328" y="2863011"/>
            <a:ext cx="2691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Tipo de tareas se pueden programar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C354FB41-08F7-C9CC-B893-14754B3F37E8}"/>
              </a:ext>
            </a:extLst>
          </p:cNvPr>
          <p:cNvSpPr txBox="1">
            <a:spLocks/>
          </p:cNvSpPr>
          <p:nvPr/>
        </p:nvSpPr>
        <p:spPr>
          <a:xfrm>
            <a:off x="4349129" y="3309989"/>
            <a:ext cx="2590387" cy="154914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MX" sz="800" dirty="0"/>
              <a:t>Las programaciones sirven para </a:t>
            </a:r>
            <a:r>
              <a:rPr lang="es-MX" sz="800" b="1" dirty="0"/>
              <a:t>tareas recurrentes o de seguimiento</a:t>
            </a:r>
            <a:r>
              <a:rPr lang="es-MX" sz="800" dirty="0"/>
              <a:t>, como: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Recordatorios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Revisiones periódicas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Resúmenes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 err="1"/>
              <a:t>Checklists</a:t>
            </a:r>
            <a:endParaRPr lang="es-MX" sz="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Rutinas de planificación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800" dirty="0"/>
              <a:t>Seguimiento de hábitos o procesos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E2E7B2-DA59-C57D-99E1-94E3EB905352}"/>
              </a:ext>
            </a:extLst>
          </p:cNvPr>
          <p:cNvSpPr txBox="1"/>
          <p:nvPr/>
        </p:nvSpPr>
        <p:spPr>
          <a:xfrm>
            <a:off x="8363935" y="51748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CU5</a:t>
            </a:r>
          </a:p>
        </p:txBody>
      </p:sp>
    </p:spTree>
    <p:extLst>
      <p:ext uri="{BB962C8B-B14F-4D97-AF65-F5344CB8AC3E}">
        <p14:creationId xmlns:p14="http://schemas.microsoft.com/office/powerpoint/2010/main" val="843125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B439A-5D0B-0158-5CE8-314A5639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4C7E0DEB-29DA-6155-A8C4-DF545B157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537" y="1564916"/>
            <a:ext cx="4651374" cy="3579234"/>
          </a:xfrm>
          <a:prstGeom prst="rect">
            <a:avLst/>
          </a:prstGeom>
          <a:ln>
            <a:noFill/>
          </a:ln>
          <a:effectLst>
            <a:outerShdw blurRad="76200" dir="2700000" algn="tl" rotWithShape="0">
              <a:srgbClr val="333333">
                <a:alpha val="12000"/>
              </a:srgbClr>
            </a:outerShdw>
          </a:effec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65E5B4A-9F02-0A6F-DA17-6E3871F4BA5E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2711718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54AA699-D3D1-4942-5F66-60667FBD5D25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Ayuda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EC1AF5-0196-1AE0-0133-DE60BF35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403496" cy="549381"/>
          </a:xfrm>
        </p:spPr>
        <p:txBody>
          <a:bodyPr wrap="none">
            <a:spAutoFit/>
          </a:bodyPr>
          <a:lstStyle/>
          <a:p>
            <a:r>
              <a:rPr lang="es-CO" dirty="0"/>
              <a:t>Menú de cuenta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5D53E6D-41A2-957A-6FE3-AAAD36CEB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230832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sz="1000" dirty="0"/>
              <a:t>Centro de ayuda.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45F724-E844-A7BF-E8B5-90AEAA8C3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30" y="2180673"/>
            <a:ext cx="3107740" cy="1415772"/>
          </a:xfr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900" dirty="0"/>
              <a:t>Resolver dudas</a:t>
            </a:r>
          </a:p>
          <a:p>
            <a:pPr>
              <a:lnSpc>
                <a:spcPct val="150000"/>
              </a:lnSpc>
            </a:pPr>
            <a:r>
              <a:rPr lang="es-MX" sz="900" dirty="0"/>
              <a:t>Ver guías</a:t>
            </a:r>
          </a:p>
          <a:p>
            <a:pPr>
              <a:lnSpc>
                <a:spcPct val="150000"/>
              </a:lnSpc>
            </a:pPr>
            <a:r>
              <a:rPr lang="es-MX" sz="900" dirty="0"/>
              <a:t>Acceder a soporte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900" dirty="0"/>
              <a:t>👉 </a:t>
            </a:r>
            <a:r>
              <a:rPr lang="es-MX" sz="900" i="1" dirty="0"/>
              <a:t>Útil cuando algo no funciona o no sabes dónde está una opción.</a:t>
            </a:r>
            <a:endParaRPr lang="es-MX" sz="9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E90E54F-8B29-7110-0991-1C7E10B3C996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2F2CD7-7AE1-FAE3-2428-29580258FFB0}"/>
              </a:ext>
            </a:extLst>
          </p:cNvPr>
          <p:cNvSpPr txBox="1"/>
          <p:nvPr/>
        </p:nvSpPr>
        <p:spPr>
          <a:xfrm>
            <a:off x="640012" y="1787208"/>
            <a:ext cx="31933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D4E7BAF-D707-BF63-EDF0-3877EA12D5D9}"/>
              </a:ext>
            </a:extLst>
          </p:cNvPr>
          <p:cNvSpPr txBox="1"/>
          <p:nvPr/>
        </p:nvSpPr>
        <p:spPr>
          <a:xfrm>
            <a:off x="7702273" y="1208802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hlinkClick r:id="rId3"/>
              </a:rPr>
              <a:t>Help.openai.com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01976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802B-30AB-6D79-8EDB-DB2A6317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F80CA2-03B3-E8B8-3CBB-80F8A08DC1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6A40B6-5265-635A-D845-22DA2258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DA4C3D-9F04-20D7-F638-3F445241D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97B051-43E7-ACBC-A5EB-CC2D712AE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42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CE06-BD95-40CD-6FD2-026B6DDD0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3BAA1041-8DEF-6424-7F0A-5A07591B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774" y="1092740"/>
            <a:ext cx="4907421" cy="1845102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E2144AE-1250-9154-3DE3-9A1104239F0A}"/>
              </a:ext>
            </a:extLst>
          </p:cNvPr>
          <p:cNvSpPr>
            <a:spLocks/>
          </p:cNvSpPr>
          <p:nvPr/>
        </p:nvSpPr>
        <p:spPr>
          <a:xfrm>
            <a:off x="527669" y="1094738"/>
            <a:ext cx="3597763" cy="1974527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0AD35CB-7736-132C-BE7E-7513C4F1279B}"/>
              </a:ext>
            </a:extLst>
          </p:cNvPr>
          <p:cNvSpPr>
            <a:spLocks/>
          </p:cNvSpPr>
          <p:nvPr/>
        </p:nvSpPr>
        <p:spPr>
          <a:xfrm>
            <a:off x="3016005" y="2807056"/>
            <a:ext cx="2705341" cy="2096769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AA1AB5-9CE7-71F4-E1A6-3802A8CE67F9}"/>
              </a:ext>
            </a:extLst>
          </p:cNvPr>
          <p:cNvSpPr txBox="1"/>
          <p:nvPr/>
        </p:nvSpPr>
        <p:spPr>
          <a:xfrm>
            <a:off x="640011" y="1226938"/>
            <a:ext cx="3485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dirty="0">
                <a:solidFill>
                  <a:srgbClr val="1F1F1F"/>
                </a:solidFill>
                <a:latin typeface="+mj-lt"/>
              </a:rPr>
              <a:t>Es un chat que no se guarda en tu historial ni usa memoria a largo plazo.</a:t>
            </a:r>
          </a:p>
          <a:p>
            <a:r>
              <a:rPr lang="es-MX" sz="1200" b="1" dirty="0">
                <a:solidFill>
                  <a:srgbClr val="1F1F1F"/>
                </a:solidFill>
                <a:latin typeface="+mj-lt"/>
              </a:rPr>
              <a:t>Cuando lo cierras, desaparece.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AC28BAA-0519-06A1-C872-F850DCAB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029997" cy="549381"/>
          </a:xfrm>
        </p:spPr>
        <p:txBody>
          <a:bodyPr wrap="none">
            <a:spAutoFit/>
          </a:bodyPr>
          <a:lstStyle/>
          <a:p>
            <a:r>
              <a:rPr lang="es-CO" dirty="0"/>
              <a:t>Chat temporal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30711F6-831F-60C2-F7EE-24F62287C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46835" y="3438645"/>
            <a:ext cx="2443680" cy="1220206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✔️ No guarda el historial</a:t>
            </a:r>
            <a:br>
              <a:rPr lang="es-MX" sz="1000" dirty="0"/>
            </a:br>
            <a:r>
              <a:rPr lang="es-MX" sz="1000" dirty="0"/>
              <a:t>✔️ No usa memorias previas</a:t>
            </a:r>
            <a:br>
              <a:rPr lang="es-MX" sz="1000" dirty="0"/>
            </a:br>
            <a:r>
              <a:rPr lang="es-MX" sz="1000" dirty="0"/>
              <a:t>✔️ No crea nuevas memorias</a:t>
            </a:r>
            <a:br>
              <a:rPr lang="es-MX" sz="1000" dirty="0"/>
            </a:br>
            <a:r>
              <a:rPr lang="es-MX" sz="1000" dirty="0"/>
              <a:t>✔️ No “aprende” de la conversación</a:t>
            </a:r>
            <a:br>
              <a:rPr lang="es-MX" sz="1000" dirty="0"/>
            </a:br>
            <a:r>
              <a:rPr lang="es-MX" sz="1000" dirty="0"/>
              <a:t>✔️ Funciona solo en esa sesión</a:t>
            </a:r>
            <a:endParaRPr lang="es-CO" sz="10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9ED04-6FC2-0CC8-8CFC-D1C77D506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821" y="2208080"/>
            <a:ext cx="3107740" cy="484748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900" dirty="0"/>
              <a:t>Para conversaciones puntuales, sensibles o de prueba, donde NO quieres que </a:t>
            </a:r>
            <a:r>
              <a:rPr lang="es-MX" sz="900" dirty="0" err="1"/>
              <a:t>ChatGPT</a:t>
            </a:r>
            <a:r>
              <a:rPr lang="es-MX" sz="900" dirty="0"/>
              <a:t> recuerde nada después.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4551531-C6A1-0D25-0F42-56096965DBBC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C42832-4045-1AB3-FF7B-CB475C0F91F0}"/>
              </a:ext>
            </a:extLst>
          </p:cNvPr>
          <p:cNvSpPr txBox="1"/>
          <p:nvPr/>
        </p:nvSpPr>
        <p:spPr>
          <a:xfrm>
            <a:off x="640012" y="1942920"/>
            <a:ext cx="3193358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Para que sirve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33C535-2DF1-00AE-E61F-BB8C76B2C9EB}"/>
              </a:ext>
            </a:extLst>
          </p:cNvPr>
          <p:cNvSpPr txBox="1"/>
          <p:nvPr/>
        </p:nvSpPr>
        <p:spPr>
          <a:xfrm>
            <a:off x="3176938" y="2959463"/>
            <a:ext cx="241357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¿Qué hace?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5845217-725F-8FC9-E71F-C70EECB5AF72}"/>
              </a:ext>
            </a:extLst>
          </p:cNvPr>
          <p:cNvSpPr>
            <a:spLocks/>
          </p:cNvSpPr>
          <p:nvPr/>
        </p:nvSpPr>
        <p:spPr>
          <a:xfrm>
            <a:off x="5886795" y="2807056"/>
            <a:ext cx="2902786" cy="2096769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Marcador de contenido 4">
            <a:extLst>
              <a:ext uri="{FF2B5EF4-FFF2-40B4-BE49-F238E27FC236}">
                <a16:creationId xmlns:a16="http://schemas.microsoft.com/office/drawing/2014/main" id="{D3F8D9A9-75E5-8FDC-1110-8801A6A1E79F}"/>
              </a:ext>
            </a:extLst>
          </p:cNvPr>
          <p:cNvSpPr txBox="1">
            <a:spLocks/>
          </p:cNvSpPr>
          <p:nvPr/>
        </p:nvSpPr>
        <p:spPr>
          <a:xfrm>
            <a:off x="6031492" y="3409387"/>
            <a:ext cx="2560643" cy="122084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1000" dirty="0"/>
              <a:t>❌ No recuerda tu rol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1000" dirty="0"/>
              <a:t>❌ No recuerda preferencias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1000" dirty="0"/>
              <a:t>❌ No mantiene contexto al cerrar el chat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1000" dirty="0"/>
              <a:t>❌ No sirve para trabajos continuos o proyectos largos</a:t>
            </a:r>
            <a:endParaRPr lang="es-CO" sz="10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649463-6A42-DBB8-8744-206095B52C3C}"/>
              </a:ext>
            </a:extLst>
          </p:cNvPr>
          <p:cNvSpPr txBox="1"/>
          <p:nvPr/>
        </p:nvSpPr>
        <p:spPr>
          <a:xfrm>
            <a:off x="6061596" y="2959463"/>
            <a:ext cx="241357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000" b="1" dirty="0">
                <a:solidFill>
                  <a:srgbClr val="1F1F1F"/>
                </a:solidFill>
              </a:rPr>
              <a:t>¿Qué no hace?</a:t>
            </a:r>
            <a:endParaRPr lang="es-MX" sz="1000" i="0" u="none" strike="noStrike" dirty="0">
              <a:solidFill>
                <a:srgbClr val="1F1F1F"/>
              </a:solidFill>
              <a:effectLst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C4F39D1-A5C1-969D-A4EF-EE5FACB2C1AD}"/>
              </a:ext>
            </a:extLst>
          </p:cNvPr>
          <p:cNvSpPr txBox="1"/>
          <p:nvPr/>
        </p:nvSpPr>
        <p:spPr>
          <a:xfrm>
            <a:off x="509180" y="3300222"/>
            <a:ext cx="2375994" cy="1220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000" b="1" dirty="0"/>
              <a:t>Regla práctica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dirty="0"/>
              <a:t>Si es algo único o sensible → Chat temporal.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dirty="0"/>
              <a:t>Si es algo recurrente o estratégico → Chat normal / Proyectos</a:t>
            </a:r>
          </a:p>
        </p:txBody>
      </p:sp>
    </p:spTree>
    <p:extLst>
      <p:ext uri="{BB962C8B-B14F-4D97-AF65-F5344CB8AC3E}">
        <p14:creationId xmlns:p14="http://schemas.microsoft.com/office/powerpoint/2010/main" val="621202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A1C5-F346-2E7B-17E9-FD9757FC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23B778-D43A-B9F6-8BC3-6BC5BD96EA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8135CD-5B66-167B-5290-23C64D64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456A48A-FA42-BB35-985B-D5760A44A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03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A334-59E7-89A1-9C15-CB36F7C8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114D52B-3DD1-080B-C2AA-AAC615FE2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44" y="1260384"/>
            <a:ext cx="5307356" cy="250949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65C9816-47C9-23B6-127A-E62AC8D4E119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2474833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13628FF-EEFA-CC3F-549C-B66CC79E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807453" cy="549381"/>
          </a:xfrm>
        </p:spPr>
        <p:txBody>
          <a:bodyPr wrap="none">
            <a:spAutoFit/>
          </a:bodyPr>
          <a:lstStyle/>
          <a:p>
            <a:r>
              <a:rPr lang="es-CO" dirty="0"/>
              <a:t>Campo de entrada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559FF5C-F785-FA17-8FA8-13E76CD3F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265858"/>
            <a:ext cx="3193358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Es el espacio donde </a:t>
            </a:r>
            <a:r>
              <a:rPr lang="es-MX" sz="1000" b="1" dirty="0"/>
              <a:t>le das instrucciones a </a:t>
            </a:r>
            <a:r>
              <a:rPr lang="es-MX" sz="1000" b="1" dirty="0" err="1"/>
              <a:t>ChatGPT</a:t>
            </a:r>
            <a:r>
              <a:rPr lang="es-MX" sz="1000" dirty="0"/>
              <a:t>:</a:t>
            </a:r>
            <a:br>
              <a:rPr lang="es-MX" sz="1000" dirty="0"/>
            </a:br>
            <a:r>
              <a:rPr lang="es-MX" sz="1000" dirty="0"/>
              <a:t>no solo preguntas, sino </a:t>
            </a:r>
            <a:r>
              <a:rPr lang="es-MX" sz="1000" b="1" dirty="0" err="1"/>
              <a:t>briefs</a:t>
            </a:r>
            <a:r>
              <a:rPr lang="es-MX" sz="1000" b="1" dirty="0"/>
              <a:t> de trabajo</a:t>
            </a:r>
            <a:r>
              <a:rPr lang="es-MX" sz="1000" dirty="0"/>
              <a:t>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53E854-90C6-D236-0417-45B4ECD87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1850224"/>
            <a:ext cx="3193358" cy="1425390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Aquí ocurre el 80% de la calidad del resultado.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Error más común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❌ Escribir como si fuera Google</a:t>
            </a:r>
            <a:br>
              <a:rPr lang="es-MX" sz="1000" dirty="0"/>
            </a:br>
            <a:r>
              <a:rPr lang="es-MX" sz="1000" dirty="0"/>
              <a:t>❌ Pensar que “ya entiende” el contexto</a:t>
            </a:r>
            <a:br>
              <a:rPr lang="es-MX" sz="1000" dirty="0"/>
            </a:br>
            <a:r>
              <a:rPr lang="es-MX" sz="1000" dirty="0"/>
              <a:t>❌ No decir para quién es la respuesta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D32FB9B-3D0E-7085-8F90-FF49E2974537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B8818E-D478-7DFA-CB4E-0B9E134BB8D2}"/>
              </a:ext>
            </a:extLst>
          </p:cNvPr>
          <p:cNvSpPr txBox="1">
            <a:spLocks/>
          </p:cNvSpPr>
          <p:nvPr/>
        </p:nvSpPr>
        <p:spPr>
          <a:xfrm>
            <a:off x="4294108" y="2212216"/>
            <a:ext cx="4322222" cy="701406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B2A83BB-43FA-3552-B9EB-596F1B0E5007}"/>
              </a:ext>
            </a:extLst>
          </p:cNvPr>
          <p:cNvSpPr>
            <a:spLocks/>
          </p:cNvSpPr>
          <p:nvPr/>
        </p:nvSpPr>
        <p:spPr>
          <a:xfrm>
            <a:off x="4294108" y="3214047"/>
            <a:ext cx="4322222" cy="1740725"/>
          </a:xfrm>
          <a:prstGeom prst="roundRect">
            <a:avLst>
              <a:gd name="adj" fmla="val 2998"/>
            </a:avLst>
          </a:prstGeom>
          <a:solidFill>
            <a:srgbClr val="F78C38">
              <a:alpha val="89804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FFEFB9B-BBA3-F49F-CDB7-44B93C3FCB1F}"/>
              </a:ext>
            </a:extLst>
          </p:cNvPr>
          <p:cNvSpPr txBox="1"/>
          <p:nvPr/>
        </p:nvSpPr>
        <p:spPr>
          <a:xfrm>
            <a:off x="4460978" y="3324691"/>
            <a:ext cx="388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Es donde escribes: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2B66011F-FC06-1D01-2E3D-9FBBC1365023}"/>
              </a:ext>
            </a:extLst>
          </p:cNvPr>
          <p:cNvSpPr txBox="1">
            <a:spLocks/>
          </p:cNvSpPr>
          <p:nvPr/>
        </p:nvSpPr>
        <p:spPr>
          <a:xfrm>
            <a:off x="4510657" y="3601690"/>
            <a:ext cx="3889123" cy="127009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" dirty="0"/>
              <a:t>instrucciones</a:t>
            </a:r>
          </a:p>
          <a:p>
            <a:r>
              <a:rPr lang="es-MX" sz="800" dirty="0"/>
              <a:t>contexto</a:t>
            </a:r>
          </a:p>
          <a:p>
            <a:r>
              <a:rPr lang="es-MX" sz="800" dirty="0"/>
              <a:t>datos</a:t>
            </a:r>
          </a:p>
          <a:p>
            <a:r>
              <a:rPr lang="es-MX" sz="800" dirty="0"/>
              <a:t>reglas</a:t>
            </a:r>
          </a:p>
          <a:p>
            <a:r>
              <a:rPr lang="es-MX" sz="800" dirty="0"/>
              <a:t>formato esperado</a:t>
            </a:r>
          </a:p>
          <a:p>
            <a:pPr marL="0" indent="0">
              <a:buNone/>
            </a:pPr>
            <a:r>
              <a:rPr lang="es-MX" sz="800" dirty="0"/>
              <a:t>👉 No es un buscador, es un </a:t>
            </a:r>
            <a:r>
              <a:rPr lang="es-MX" sz="800" b="1" dirty="0"/>
              <a:t>editor de instrucciones</a:t>
            </a:r>
            <a:r>
              <a:rPr lang="es-MX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8664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EC81-0EF2-4CDA-0E89-9BA4DD07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3143A70-09BF-E3A8-3008-93B5B24C66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142" y="934615"/>
            <a:ext cx="2253857" cy="333239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07CBE3F-CA62-49C3-F18D-AFA67070FE67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386003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284211-57A5-DA2D-26F3-4E990DDAEE27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¿Qué es?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0807CC5-64F7-E0DC-1B11-54FCC617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5101076" cy="549381"/>
          </a:xfrm>
        </p:spPr>
        <p:txBody>
          <a:bodyPr wrap="none">
            <a:spAutoFit/>
          </a:bodyPr>
          <a:lstStyle/>
          <a:p>
            <a:r>
              <a:rPr lang="es-CO" dirty="0"/>
              <a:t>Agregar fotos y archivos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58FE5A7-5C28-A8F7-A95D-9B6FC620E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1195199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1000" dirty="0"/>
              <a:t>Es la forma de </a:t>
            </a:r>
            <a:r>
              <a:rPr lang="es-MX" sz="1000" b="1" dirty="0"/>
              <a:t>darle insumos reales</a:t>
            </a:r>
            <a:r>
              <a:rPr lang="es-MX" sz="1000" dirty="0"/>
              <a:t> a </a:t>
            </a:r>
            <a:r>
              <a:rPr lang="es-MX" sz="1000" dirty="0" err="1"/>
              <a:t>ChatGPT</a:t>
            </a:r>
            <a:r>
              <a:rPr lang="es-MX" sz="1000" dirty="0"/>
              <a:t>:</a:t>
            </a:r>
          </a:p>
          <a:p>
            <a:r>
              <a:rPr lang="es-MX" sz="1000" dirty="0"/>
              <a:t>Documentos</a:t>
            </a:r>
          </a:p>
          <a:p>
            <a:r>
              <a:rPr lang="es-MX" sz="1000" dirty="0"/>
              <a:t>Imágenes</a:t>
            </a:r>
          </a:p>
          <a:p>
            <a:r>
              <a:rPr lang="es-MX" sz="1000" dirty="0"/>
              <a:t>Datos</a:t>
            </a:r>
          </a:p>
          <a:p>
            <a:r>
              <a:rPr lang="es-MX" sz="1000" dirty="0"/>
              <a:t>Material de trabajo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2CB792-490D-CE84-3C57-F85CF12B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2838639"/>
            <a:ext cx="3193358" cy="1785104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Sin archivo, </a:t>
            </a:r>
            <a:r>
              <a:rPr lang="es-MX" sz="1000" b="1" dirty="0"/>
              <a:t>no hay contexto</a:t>
            </a:r>
            <a:r>
              <a:rPr lang="es-MX" sz="1000" dirty="0"/>
              <a:t>.</a:t>
            </a:r>
            <a:br>
              <a:rPr lang="es-MX" sz="1000" dirty="0"/>
            </a:br>
            <a:r>
              <a:rPr lang="es-MX" sz="1000" dirty="0"/>
              <a:t>👉 Con archivo, </a:t>
            </a:r>
            <a:r>
              <a:rPr lang="es-MX" sz="1000" b="1" dirty="0" err="1"/>
              <a:t>ChatGPT</a:t>
            </a:r>
            <a:r>
              <a:rPr lang="es-MX" sz="1000" b="1" dirty="0"/>
              <a:t> trabaja sobre evidencia</a:t>
            </a:r>
            <a:r>
              <a:rPr lang="es-MX" sz="1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Tipos de archivos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PDF (políticas, informes, contratos)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Word (borradores, textos)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Excel (listas, tablas, datos)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PowerPoint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052282B-4829-55BA-BFD4-7B2F4BF64BCB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9F67DE4-9590-CE81-F07B-CD94543008BD}"/>
              </a:ext>
            </a:extLst>
          </p:cNvPr>
          <p:cNvSpPr>
            <a:spLocks/>
          </p:cNvSpPr>
          <p:nvPr/>
        </p:nvSpPr>
        <p:spPr>
          <a:xfrm>
            <a:off x="4167962" y="2806995"/>
            <a:ext cx="2907305" cy="2147777"/>
          </a:xfrm>
          <a:prstGeom prst="roundRect">
            <a:avLst>
              <a:gd name="adj" fmla="val 2998"/>
            </a:avLst>
          </a:prstGeom>
          <a:solidFill>
            <a:srgbClr val="F78C38">
              <a:alpha val="80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812605-B789-3EE4-536E-CFE01AD43FCE}"/>
              </a:ext>
            </a:extLst>
          </p:cNvPr>
          <p:cNvSpPr txBox="1"/>
          <p:nvPr/>
        </p:nvSpPr>
        <p:spPr>
          <a:xfrm>
            <a:off x="4248328" y="3013869"/>
            <a:ext cx="2691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s-MX" sz="1200" b="1" dirty="0">
                <a:solidFill>
                  <a:srgbClr val="1F1F1F"/>
                </a:solidFill>
                <a:latin typeface="+mj-lt"/>
              </a:rPr>
              <a:t>Usos típicos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CC18AD31-731C-5232-A751-016C971AB6BC}"/>
              </a:ext>
            </a:extLst>
          </p:cNvPr>
          <p:cNvSpPr txBox="1">
            <a:spLocks/>
          </p:cNvSpPr>
          <p:nvPr/>
        </p:nvSpPr>
        <p:spPr>
          <a:xfrm>
            <a:off x="4349129" y="3429000"/>
            <a:ext cx="2590387" cy="11951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/>
              <a:t>Resumir</a:t>
            </a:r>
          </a:p>
          <a:p>
            <a:r>
              <a:rPr lang="es-MX" sz="1000" dirty="0"/>
              <a:t>Comparar versiones</a:t>
            </a:r>
          </a:p>
          <a:p>
            <a:r>
              <a:rPr lang="es-MX" sz="1000" dirty="0"/>
              <a:t>Extraer datos</a:t>
            </a:r>
          </a:p>
          <a:p>
            <a:r>
              <a:rPr lang="es-MX" sz="1000" dirty="0"/>
              <a:t>Detectar riesgos</a:t>
            </a:r>
          </a:p>
          <a:p>
            <a:r>
              <a:rPr lang="es-MX" sz="1000" dirty="0"/>
              <a:t>Reescribir con reglas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3DA2EF-3211-CA40-C168-EBF0D90A077E}"/>
              </a:ext>
            </a:extLst>
          </p:cNvPr>
          <p:cNvSpPr txBox="1"/>
          <p:nvPr/>
        </p:nvSpPr>
        <p:spPr>
          <a:xfrm>
            <a:off x="8363935" y="517482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EE6BF80-BC58-65DA-4F6D-8992CBC300D1}"/>
              </a:ext>
            </a:extLst>
          </p:cNvPr>
          <p:cNvSpPr txBox="1">
            <a:spLocks/>
          </p:cNvSpPr>
          <p:nvPr/>
        </p:nvSpPr>
        <p:spPr>
          <a:xfrm>
            <a:off x="6578008" y="1644502"/>
            <a:ext cx="2565991" cy="570367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2210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ACCE-1D05-4D5C-37BE-1A498E15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D0D5823-064E-4E3B-33EC-CB6611F43C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142" y="934615"/>
            <a:ext cx="2253857" cy="333239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D2FE5FE-9FBB-EA15-397F-30E446A95962}"/>
              </a:ext>
            </a:extLst>
          </p:cNvPr>
          <p:cNvSpPr>
            <a:spLocks/>
          </p:cNvSpPr>
          <p:nvPr/>
        </p:nvSpPr>
        <p:spPr>
          <a:xfrm>
            <a:off x="527670" y="1094738"/>
            <a:ext cx="3403496" cy="3860034"/>
          </a:xfrm>
          <a:prstGeom prst="roundRect">
            <a:avLst>
              <a:gd name="adj" fmla="val 299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588D76-04D5-3E46-B951-FAF8BB89556C}"/>
              </a:ext>
            </a:extLst>
          </p:cNvPr>
          <p:cNvSpPr txBox="1"/>
          <p:nvPr/>
        </p:nvSpPr>
        <p:spPr>
          <a:xfrm>
            <a:off x="640012" y="1226938"/>
            <a:ext cx="3193358" cy="33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MX" sz="1200" b="1" i="0" u="none" strike="noStrike" dirty="0">
                <a:solidFill>
                  <a:srgbClr val="1F1F1F"/>
                </a:solidFill>
                <a:effectLst/>
                <a:latin typeface="+mj-lt"/>
              </a:rPr>
              <a:t>¿Qué es?</a:t>
            </a:r>
            <a:endParaRPr lang="es-MX" sz="1200" i="0" u="none" strike="noStrike" dirty="0">
              <a:solidFill>
                <a:srgbClr val="1F1F1F"/>
              </a:solidFill>
              <a:effectLst/>
              <a:latin typeface="+mj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FF8DB4E-B7A7-27B7-DD80-BE809B20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69" y="385234"/>
            <a:ext cx="3576620" cy="549381"/>
          </a:xfrm>
        </p:spPr>
        <p:txBody>
          <a:bodyPr wrap="none">
            <a:spAutoFit/>
          </a:bodyPr>
          <a:lstStyle/>
          <a:p>
            <a:r>
              <a:rPr lang="es-CO" dirty="0"/>
              <a:t>Crea una imagen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666E738-D239-0BA3-9E6B-C7238D715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12" y="1564916"/>
            <a:ext cx="3193358" cy="528350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Permite generar imágenes desde texto, describiendo qué quieres ver, no cómo dibujarlo.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CD9A4B-DDED-13D4-C66B-2E5C741F8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12" y="2178514"/>
            <a:ext cx="3193358" cy="2246769"/>
          </a:xfrm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1000" dirty="0"/>
              <a:t>👉 No es diseño gráfico profesional</a:t>
            </a:r>
            <a:br>
              <a:rPr lang="es-MX" sz="1000" dirty="0"/>
            </a:br>
            <a:r>
              <a:rPr lang="es-MX" sz="1000" dirty="0"/>
              <a:t>👉 Es </a:t>
            </a:r>
            <a:r>
              <a:rPr lang="es-MX" sz="1000" b="1" dirty="0"/>
              <a:t>generación visual rápida para comunicar ideas</a:t>
            </a:r>
            <a:r>
              <a:rPr lang="es-MX" sz="1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1000" b="1" dirty="0"/>
              <a:t>Usos correctos: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Bocetar ideas visuales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Ilustrar conceptos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Crear imágenes para presentaciones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Simular escenarios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z="1000" dirty="0"/>
              <a:t>Generar recursos visuales genéricos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F4A2D0C7-BBCF-E514-53D0-4A6370D735A0}"/>
              </a:ext>
            </a:extLst>
          </p:cNvPr>
          <p:cNvSpPr/>
          <p:nvPr/>
        </p:nvSpPr>
        <p:spPr>
          <a:xfrm>
            <a:off x="527669" y="11995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r>
              <a:rPr lang="es-MX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 3 | </a:t>
            </a:r>
            <a:r>
              <a:rPr lang="es-MX" sz="1400" b="1" dirty="0">
                <a:solidFill>
                  <a:schemeClr val="tx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</a:t>
            </a:r>
            <a:endParaRPr lang="en-US" sz="1400" b="1" dirty="0">
              <a:solidFill>
                <a:schemeClr val="tx1">
                  <a:alpha val="99000"/>
                </a:scheme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98C6256-5CF0-A234-A909-BD3E83DC6E21}"/>
              </a:ext>
            </a:extLst>
          </p:cNvPr>
          <p:cNvSpPr>
            <a:spLocks/>
          </p:cNvSpPr>
          <p:nvPr/>
        </p:nvSpPr>
        <p:spPr>
          <a:xfrm>
            <a:off x="3824256" y="1564917"/>
            <a:ext cx="3193358" cy="3389856"/>
          </a:xfrm>
          <a:prstGeom prst="roundRect">
            <a:avLst>
              <a:gd name="adj" fmla="val 2998"/>
            </a:avLst>
          </a:prstGeom>
          <a:solidFill>
            <a:srgbClr val="F78C38">
              <a:alpha val="80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C6F0C15-2E5E-291E-8D8E-14BD8B7A3257}"/>
              </a:ext>
            </a:extLst>
          </p:cNvPr>
          <p:cNvSpPr txBox="1"/>
          <p:nvPr/>
        </p:nvSpPr>
        <p:spPr>
          <a:xfrm>
            <a:off x="3999472" y="1730873"/>
            <a:ext cx="2691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dirty="0"/>
              <a:t>Estructura recomendada del </a:t>
            </a:r>
            <a:r>
              <a:rPr lang="es-MX" sz="1200" b="1" dirty="0" err="1"/>
              <a:t>prompt</a:t>
            </a:r>
            <a:endParaRPr lang="es-MX" sz="1200" b="1" dirty="0"/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5B77851D-3E67-86AF-B44B-5BFDF9F65815}"/>
              </a:ext>
            </a:extLst>
          </p:cNvPr>
          <p:cNvSpPr txBox="1">
            <a:spLocks/>
          </p:cNvSpPr>
          <p:nvPr/>
        </p:nvSpPr>
        <p:spPr>
          <a:xfrm>
            <a:off x="4100273" y="2005507"/>
            <a:ext cx="2590387" cy="2308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000" dirty="0"/>
              <a:t>Qué es + estilo + contexto + restricciones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A49E45-1776-1E0A-C325-EBCD69BD1629}"/>
              </a:ext>
            </a:extLst>
          </p:cNvPr>
          <p:cNvSpPr txBox="1"/>
          <p:nvPr/>
        </p:nvSpPr>
        <p:spPr>
          <a:xfrm>
            <a:off x="8363935" y="517482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+mj-lt"/>
              </a:rPr>
              <a:t>CU7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9E24935-C760-44B2-F374-4238C532AD55}"/>
              </a:ext>
            </a:extLst>
          </p:cNvPr>
          <p:cNvSpPr txBox="1">
            <a:spLocks/>
          </p:cNvSpPr>
          <p:nvPr/>
        </p:nvSpPr>
        <p:spPr>
          <a:xfrm>
            <a:off x="7251405" y="2896904"/>
            <a:ext cx="1892595" cy="213173"/>
          </a:xfrm>
          <a:prstGeom prst="rect">
            <a:avLst/>
          </a:prstGeom>
          <a:solidFill>
            <a:srgbClr val="F78C38">
              <a:alpha val="20000"/>
            </a:srgbClr>
          </a:solidFill>
          <a:ln>
            <a:solidFill>
              <a:srgbClr val="F78C38"/>
            </a:solidFill>
          </a:ln>
        </p:spPr>
        <p:txBody>
          <a:bodyPr wrap="square" rtlCol="0">
            <a:no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9A900EA-BFB2-A162-CC27-FFF370A97308}"/>
              </a:ext>
            </a:extLst>
          </p:cNvPr>
          <p:cNvSpPr txBox="1"/>
          <p:nvPr/>
        </p:nvSpPr>
        <p:spPr>
          <a:xfrm>
            <a:off x="3999472" y="2480848"/>
            <a:ext cx="2691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200" b="1" dirty="0"/>
              <a:t>Qué puedes controlar desde el texto</a:t>
            </a:r>
          </a:p>
        </p:txBody>
      </p:sp>
      <p:sp>
        <p:nvSpPr>
          <p:cNvPr id="11" name="Marcador de contenido 4">
            <a:extLst>
              <a:ext uri="{FF2B5EF4-FFF2-40B4-BE49-F238E27FC236}">
                <a16:creationId xmlns:a16="http://schemas.microsoft.com/office/drawing/2014/main" id="{475AFC48-EEE0-FBCF-74FB-11BDE8A4109E}"/>
              </a:ext>
            </a:extLst>
          </p:cNvPr>
          <p:cNvSpPr txBox="1">
            <a:spLocks/>
          </p:cNvSpPr>
          <p:nvPr/>
        </p:nvSpPr>
        <p:spPr>
          <a:xfrm>
            <a:off x="4100273" y="2755482"/>
            <a:ext cx="2806504" cy="1990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000" dirty="0"/>
              <a:t>Tipo de imagen (ilustración, foto realista, ícono)</a:t>
            </a:r>
          </a:p>
          <a:p>
            <a:pPr>
              <a:lnSpc>
                <a:spcPct val="150000"/>
              </a:lnSpc>
            </a:pPr>
            <a:r>
              <a:rPr lang="es-MX" sz="1000" dirty="0"/>
              <a:t>Estilo (corporativo, minimalista, realista, esquemático)</a:t>
            </a:r>
          </a:p>
          <a:p>
            <a:pPr>
              <a:lnSpc>
                <a:spcPct val="150000"/>
              </a:lnSpc>
            </a:pPr>
            <a:r>
              <a:rPr lang="es-MX" sz="1000" dirty="0"/>
              <a:t>Ambiente (oficina, industria, ciudad, campo)</a:t>
            </a:r>
          </a:p>
          <a:p>
            <a:pPr>
              <a:lnSpc>
                <a:spcPct val="150000"/>
              </a:lnSpc>
            </a:pPr>
            <a:r>
              <a:rPr lang="es-MX" sz="1000" dirty="0"/>
              <a:t>Elementos que sí y que no deben aparecer</a:t>
            </a:r>
          </a:p>
        </p:txBody>
      </p:sp>
    </p:spTree>
    <p:extLst>
      <p:ext uri="{BB962C8B-B14F-4D97-AF65-F5344CB8AC3E}">
        <p14:creationId xmlns:p14="http://schemas.microsoft.com/office/powerpoint/2010/main" val="466558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00A58CBE-0F58-A752-8272-121B8022433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76200"/>
            <a:ext cx="4929188" cy="498633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4EBB10-7282-B3F8-F351-AF74252D1D5B}"/>
              </a:ext>
            </a:extLst>
          </p:cNvPr>
          <p:cNvSpPr/>
          <p:nvPr/>
        </p:nvSpPr>
        <p:spPr>
          <a:xfrm>
            <a:off x="3393282" y="379476"/>
            <a:ext cx="2352675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4</a:t>
            </a:r>
            <a:endParaRPr lang="en-US" sz="36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9F1F20-3DA9-7048-1B48-606013D0F7C5}"/>
              </a:ext>
            </a:extLst>
          </p:cNvPr>
          <p:cNvSpPr/>
          <p:nvPr/>
        </p:nvSpPr>
        <p:spPr>
          <a:xfrm>
            <a:off x="3712369" y="205928"/>
            <a:ext cx="171450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87"/>
              </a:lnSpc>
              <a:buNone/>
            </a:pP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vamos a </a:t>
            </a:r>
            <a:r>
              <a:rPr lang="en-US" sz="9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hacer</a:t>
            </a: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900" dirty="0" err="1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mañana</a:t>
            </a:r>
            <a:endParaRPr lang="en-US" sz="9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848F2C-E712-F276-5856-428CA6950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41864" y="1082207"/>
            <a:ext cx="4236441" cy="385536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 dirty="0">
              <a:ln w="12700">
                <a:solidFill>
                  <a:schemeClr val="accent1"/>
                </a:solidFill>
              </a:ln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079D99-0E2F-A9D3-EF3C-24F4753EE507}"/>
              </a:ext>
            </a:extLst>
          </p:cNvPr>
          <p:cNvSpPr/>
          <p:nvPr/>
        </p:nvSpPr>
        <p:spPr>
          <a:xfrm>
            <a:off x="3018743" y="1099999"/>
            <a:ext cx="2105025" cy="23431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47D895-DCF0-6AF0-96AA-FC2460B6325D}"/>
              </a:ext>
            </a:extLst>
          </p:cNvPr>
          <p:cNvSpPr/>
          <p:nvPr/>
        </p:nvSpPr>
        <p:spPr>
          <a:xfrm>
            <a:off x="3094943" y="1214299"/>
            <a:ext cx="1952625" cy="21145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CB80AA-4C00-56F2-505E-B744AA6A60F3}"/>
              </a:ext>
            </a:extLst>
          </p:cNvPr>
          <p:cNvSpPr/>
          <p:nvPr/>
        </p:nvSpPr>
        <p:spPr>
          <a:xfrm>
            <a:off x="3732506" y="1214299"/>
            <a:ext cx="1952625" cy="2809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FF2250-3448-69DC-A255-8494A1BF7617}"/>
              </a:ext>
            </a:extLst>
          </p:cNvPr>
          <p:cNvSpPr/>
          <p:nvPr/>
        </p:nvSpPr>
        <p:spPr>
          <a:xfrm>
            <a:off x="3732506" y="1214299"/>
            <a:ext cx="1952625" cy="80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D2E7281-0FE6-B23F-528F-95A3CB19C574}"/>
              </a:ext>
            </a:extLst>
          </p:cNvPr>
          <p:cNvSpPr/>
          <p:nvPr/>
        </p:nvSpPr>
        <p:spPr>
          <a:xfrm>
            <a:off x="2749576" y="3084940"/>
            <a:ext cx="3816617" cy="43537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Vamos a entrar en la configuración y creación de proyectos para el uso profesional de la herramienta.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4E88BB-1B62-AE8B-C0C4-CE65289856B5}"/>
              </a:ext>
            </a:extLst>
          </p:cNvPr>
          <p:cNvSpPr/>
          <p:nvPr/>
        </p:nvSpPr>
        <p:spPr>
          <a:xfrm>
            <a:off x="2742587" y="1242789"/>
            <a:ext cx="3823605" cy="31021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1780"/>
              </a:lnSpc>
              <a:buNone/>
            </a:pPr>
            <a:r>
              <a:rPr lang="es-MX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Conociendo a Chat GPT II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14D462C-29E7-9281-E93C-9BD28FD7C21E}"/>
              </a:ext>
            </a:extLst>
          </p:cNvPr>
          <p:cNvSpPr/>
          <p:nvPr/>
        </p:nvSpPr>
        <p:spPr>
          <a:xfrm>
            <a:off x="2742588" y="2714222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Crear Proyectos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E1867A-46B2-5E03-DA63-16467D614A29}"/>
              </a:ext>
            </a:extLst>
          </p:cNvPr>
          <p:cNvSpPr/>
          <p:nvPr/>
        </p:nvSpPr>
        <p:spPr>
          <a:xfrm>
            <a:off x="2742588" y="4549754"/>
            <a:ext cx="2711034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Sesión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00" b="1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preguntas</a:t>
            </a:r>
            <a:r>
              <a:rPr lang="en-US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(10 Min)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C55F294-482B-7E4F-6051-E18D591615DA}"/>
              </a:ext>
            </a:extLst>
          </p:cNvPr>
          <p:cNvSpPr/>
          <p:nvPr/>
        </p:nvSpPr>
        <p:spPr>
          <a:xfrm>
            <a:off x="2749576" y="4002707"/>
            <a:ext cx="3816617" cy="43537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Vamos a hacer uso de un </a:t>
            </a:r>
            <a:r>
              <a:rPr lang="es-MX" sz="90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GPT creado </a:t>
            </a: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para entender como funciona la herramienta y cuales son sus posibles casos de uso.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BDED634-B2AA-32C7-A2F3-66072767C8FA}"/>
              </a:ext>
            </a:extLst>
          </p:cNvPr>
          <p:cNvSpPr/>
          <p:nvPr/>
        </p:nvSpPr>
        <p:spPr>
          <a:xfrm>
            <a:off x="2742588" y="3631989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CO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Utilizar un GPT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E143601-3ACF-7934-08E0-1D359A420009}"/>
              </a:ext>
            </a:extLst>
          </p:cNvPr>
          <p:cNvSpPr/>
          <p:nvPr/>
        </p:nvSpPr>
        <p:spPr>
          <a:xfrm>
            <a:off x="2749576" y="1987637"/>
            <a:ext cx="3816617" cy="614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Conoceremos con ejemplos claros cuales son las capacidades del uso de funcionalidades como Modo Agente, Tu año con Chat GPT, Cuestionarios, estudia y aprende, entre otras.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953E9C91-E692-A5C3-CDFB-BF8065225191}"/>
              </a:ext>
            </a:extLst>
          </p:cNvPr>
          <p:cNvSpPr/>
          <p:nvPr/>
        </p:nvSpPr>
        <p:spPr>
          <a:xfrm>
            <a:off x="2742588" y="1616919"/>
            <a:ext cx="3816617" cy="25904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MX" sz="1000" b="1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Uso de funcionalidades avanzadas</a:t>
            </a:r>
            <a:endParaRPr lang="en-US" sz="1000" b="1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107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32330" y="2624818"/>
            <a:ext cx="2262187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0"/>
              </a:lnSpc>
              <a:buNone/>
            </a:pPr>
            <a:r>
              <a:rPr lang="en-US" sz="1350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 por participar.</a:t>
            </a:r>
            <a:endParaRPr lang="en-US" sz="135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9563"/>
            <a:ext cx="4173499" cy="433863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71E793-280E-0CCE-B8A4-FD40544F1739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3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EAD827B-80E8-4E55-FDD8-D9AD8962A39F}"/>
              </a:ext>
            </a:extLst>
          </p:cNvPr>
          <p:cNvSpPr/>
          <p:nvPr/>
        </p:nvSpPr>
        <p:spPr>
          <a:xfrm>
            <a:off x="532330" y="2003286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Preguntas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C23804-B16F-6ACA-7C54-5FADF2D53AE7}"/>
              </a:ext>
            </a:extLst>
          </p:cNvPr>
          <p:cNvSpPr txBox="1"/>
          <p:nvPr/>
        </p:nvSpPr>
        <p:spPr>
          <a:xfrm>
            <a:off x="1106526" y="115483"/>
            <a:ext cx="1662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>
                <a:latin typeface="+mj-lt"/>
              </a:rPr>
              <a:t>| Conociendo a Chat GPT</a:t>
            </a:r>
            <a:endParaRPr lang="es-CO" sz="1200" dirty="0"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AB29C-B95E-A391-22CA-E2E526FE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B6BBCCA-06FC-684D-28C7-C8E71751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57" y="4743450"/>
            <a:ext cx="709179" cy="228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499F122-33E9-CB33-39E7-259C0DD2A2CF}"/>
              </a:ext>
            </a:extLst>
          </p:cNvPr>
          <p:cNvSpPr/>
          <p:nvPr/>
        </p:nvSpPr>
        <p:spPr>
          <a:xfrm>
            <a:off x="2585168" y="2294751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s-MX" sz="3600" b="1" dirty="0">
                <a:solidFill>
                  <a:schemeClr val="bg2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09372294"/>
      </p:ext>
    </p:extLst>
  </p:cSld>
  <p:clrMapOvr>
    <a:masterClrMapping/>
  </p:clrMapOvr>
</p:sld>
</file>

<file path=ppt/theme/theme1.xml><?xml version="1.0" encoding="utf-8"?>
<a:theme xmlns:a="http://schemas.openxmlformats.org/drawingml/2006/main" name="Raona Theme BI - 2025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Roboto - Raona fonts">
      <a:majorFont>
        <a:latin typeface="Roboto Slab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ona Theme BI - 2025" id="{25B7A836-D14B-4489-BE2E-02A5DDBBFD5E}" vid="{F9769439-0EE0-49EF-8ED6-23C44188249B}"/>
    </a:ext>
  </a:extLst>
</a:theme>
</file>

<file path=ppt/theme/theme2.xml><?xml version="1.0" encoding="utf-8"?>
<a:theme xmlns:a="http://schemas.openxmlformats.org/drawingml/2006/main" name="Diseño personalizado">
  <a:themeElements>
    <a:clrScheme name="Colores Raona">
      <a:dk1>
        <a:srgbClr val="161823"/>
      </a:dk1>
      <a:lt1>
        <a:srgbClr val="FFFFFF"/>
      </a:lt1>
      <a:dk2>
        <a:srgbClr val="44546A"/>
      </a:dk2>
      <a:lt2>
        <a:srgbClr val="FFFFFF"/>
      </a:lt2>
      <a:accent1>
        <a:srgbClr val="F78C38"/>
      </a:accent1>
      <a:accent2>
        <a:srgbClr val="00E000"/>
      </a:accent2>
      <a:accent3>
        <a:srgbClr val="FF05CE"/>
      </a:accent3>
      <a:accent4>
        <a:srgbClr val="F9F600"/>
      </a:accent4>
      <a:accent5>
        <a:srgbClr val="00C2F9"/>
      </a:accent5>
      <a:accent6>
        <a:srgbClr val="8620C3"/>
      </a:accent6>
      <a:hlink>
        <a:srgbClr val="F78C38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3.xml><?xml version="1.0" encoding="utf-8"?>
<a:theme xmlns:a="http://schemas.openxmlformats.org/drawingml/2006/main" name="Tema oscuro de Raona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Tipografía Raona">
      <a:majorFont>
        <a:latin typeface="Roboto Slab Medium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acb5d12-1d8f-4d93-9a80-c6221259aedb}" enabled="1" method="Privileged" siteId="{a2927dc6-fd53-4ed2-94f0-7772c3efd74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Raona Theme BI - 2025</Template>
  <TotalTime>3965</TotalTime>
  <Words>2189</Words>
  <Application>Microsoft Office PowerPoint</Application>
  <PresentationFormat>Presentación en pantalla (16:9)</PresentationFormat>
  <Paragraphs>301</Paragraphs>
  <Slides>30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Calibri</vt:lpstr>
      <vt:lpstr>Roboto</vt:lpstr>
      <vt:lpstr>Roboto Medium</vt:lpstr>
      <vt:lpstr>Roboto Slab</vt:lpstr>
      <vt:lpstr>Roboto Slab Medium</vt:lpstr>
      <vt:lpstr>Raona Theme BI - 2025</vt:lpstr>
      <vt:lpstr>Diseño personalizado</vt:lpstr>
      <vt:lpstr>Tema oscuro de Raona</vt:lpstr>
      <vt:lpstr>Presentación de PowerPoint</vt:lpstr>
      <vt:lpstr>Presentación de PowerPoint</vt:lpstr>
      <vt:lpstr>Presentación de PowerPoint</vt:lpstr>
      <vt:lpstr>Presentación de PowerPoint</vt:lpstr>
      <vt:lpstr>Conociendo el Frontend de Chat GPT</vt:lpstr>
      <vt:lpstr>Presentación de PowerPoint</vt:lpstr>
      <vt:lpstr>Presentación de PowerPoint</vt:lpstr>
      <vt:lpstr>Barra lateral</vt:lpstr>
      <vt:lpstr>Barra lateral</vt:lpstr>
      <vt:lpstr>Barra lateral</vt:lpstr>
      <vt:lpstr>Presentación de PowerPoint</vt:lpstr>
      <vt:lpstr>Barra lateral</vt:lpstr>
      <vt:lpstr>Barra lateral</vt:lpstr>
      <vt:lpstr>Presentación de PowerPoint</vt:lpstr>
      <vt:lpstr>Menú de cuenta</vt:lpstr>
      <vt:lpstr>Menú de cuenta</vt:lpstr>
      <vt:lpstr>Menú de cuenta</vt:lpstr>
      <vt:lpstr>Menú de cuenta</vt:lpstr>
      <vt:lpstr>Menú de cuenta</vt:lpstr>
      <vt:lpstr>Menú de cuenta</vt:lpstr>
      <vt:lpstr>Menú de cuenta</vt:lpstr>
      <vt:lpstr>Presentación de PowerPoint</vt:lpstr>
      <vt:lpstr>Chat temporal</vt:lpstr>
      <vt:lpstr>Presentación de PowerPoint</vt:lpstr>
      <vt:lpstr>Campo de entrada</vt:lpstr>
      <vt:lpstr>Agregar fotos y archivos</vt:lpstr>
      <vt:lpstr>Crea una imagen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Yehimy Lulieth Rincón</cp:lastModifiedBy>
  <cp:revision>9</cp:revision>
  <dcterms:created xsi:type="dcterms:W3CDTF">2026-01-25T17:38:04Z</dcterms:created>
  <dcterms:modified xsi:type="dcterms:W3CDTF">2026-03-24T13:11:07Z</dcterms:modified>
</cp:coreProperties>
</file>